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4"/>
  </p:sldMasterIdLst>
  <p:notesMasterIdLst>
    <p:notesMasterId r:id="rId13"/>
  </p:notesMasterIdLst>
  <p:sldIdLst>
    <p:sldId id="256" r:id="rId5"/>
    <p:sldId id="299" r:id="rId6"/>
    <p:sldId id="302" r:id="rId7"/>
    <p:sldId id="303" r:id="rId8"/>
    <p:sldId id="304" r:id="rId9"/>
    <p:sldId id="305" r:id="rId10"/>
    <p:sldId id="306" r:id="rId11"/>
    <p:sldId id="278" r:id="rId1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A23"/>
    <a:srgbClr val="000A25"/>
    <a:srgbClr val="BAB7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247D19-DD04-434D-BE53-699F13375215}" v="73" dt="2025-11-15T05:19:18.1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791" autoAdjust="0"/>
  </p:normalViewPr>
  <p:slideViewPr>
    <p:cSldViewPr snapToGrid="0">
      <p:cViewPr varScale="1">
        <p:scale>
          <a:sx n="106" d="100"/>
          <a:sy n="106" d="100"/>
        </p:scale>
        <p:origin x="778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raham Anzules" userId="513fc605-227c-49ca-9d8e-8f6451e49c38" providerId="ADAL" clId="{F17FE3BA-B62B-4B31-BCD6-4C4CF1C7A9BF}"/>
    <pc:docChg chg="undo custSel addSld delSld modSld sldOrd addSection delSection modSection">
      <pc:chgData name="Abraham Anzules" userId="513fc605-227c-49ca-9d8e-8f6451e49c38" providerId="ADAL" clId="{F17FE3BA-B62B-4B31-BCD6-4C4CF1C7A9BF}" dt="2025-11-15T05:28:39.949" v="485" actId="17853"/>
      <pc:docMkLst>
        <pc:docMk/>
      </pc:docMkLst>
      <pc:sldChg chg="addSp delSp modSp add del mod ord setBg chgLayout">
        <pc:chgData name="Abraham Anzules" userId="513fc605-227c-49ca-9d8e-8f6451e49c38" providerId="ADAL" clId="{F17FE3BA-B62B-4B31-BCD6-4C4CF1C7A9BF}" dt="2025-11-15T04:35:41.573" v="45" actId="47"/>
        <pc:sldMkLst>
          <pc:docMk/>
          <pc:sldMk cId="0" sldId="257"/>
        </pc:sldMkLst>
        <pc:spChg chg="add del mod ord">
          <ac:chgData name="Abraham Anzules" userId="513fc605-227c-49ca-9d8e-8f6451e49c38" providerId="ADAL" clId="{F17FE3BA-B62B-4B31-BCD6-4C4CF1C7A9BF}" dt="2025-11-15T04:30:30.389" v="23" actId="700"/>
          <ac:spMkLst>
            <pc:docMk/>
            <pc:sldMk cId="0" sldId="257"/>
            <ac:spMk id="2" creationId="{624966E8-667A-69BA-F5E6-3B50146B90F2}"/>
          </ac:spMkLst>
        </pc:spChg>
        <pc:spChg chg="add del mod ord">
          <ac:chgData name="Abraham Anzules" userId="513fc605-227c-49ca-9d8e-8f6451e49c38" providerId="ADAL" clId="{F17FE3BA-B62B-4B31-BCD6-4C4CF1C7A9BF}" dt="2025-11-15T04:30:30.389" v="23" actId="700"/>
          <ac:spMkLst>
            <pc:docMk/>
            <pc:sldMk cId="0" sldId="257"/>
            <ac:spMk id="3" creationId="{A3BF0876-C5FB-2032-29F6-DBB8E2FEB75A}"/>
          </ac:spMkLst>
        </pc:spChg>
        <pc:spChg chg="add del mod ord">
          <ac:chgData name="Abraham Anzules" userId="513fc605-227c-49ca-9d8e-8f6451e49c38" providerId="ADAL" clId="{F17FE3BA-B62B-4B31-BCD6-4C4CF1C7A9BF}" dt="2025-11-15T04:31:04.283" v="28" actId="6264"/>
          <ac:spMkLst>
            <pc:docMk/>
            <pc:sldMk cId="0" sldId="257"/>
            <ac:spMk id="4" creationId="{60E9D35A-FE8A-52F4-7A00-6B167F23BC27}"/>
          </ac:spMkLst>
        </pc:spChg>
        <pc:spChg chg="add del mod ord">
          <ac:chgData name="Abraham Anzules" userId="513fc605-227c-49ca-9d8e-8f6451e49c38" providerId="ADAL" clId="{F17FE3BA-B62B-4B31-BCD6-4C4CF1C7A9BF}" dt="2025-11-15T04:31:04.283" v="28" actId="6264"/>
          <ac:spMkLst>
            <pc:docMk/>
            <pc:sldMk cId="0" sldId="257"/>
            <ac:spMk id="5" creationId="{C1BEEC6B-EBF9-BA2D-E60B-19DE8A724160}"/>
          </ac:spMkLst>
        </pc:spChg>
        <pc:spChg chg="del mod">
          <ac:chgData name="Abraham Anzules" userId="513fc605-227c-49ca-9d8e-8f6451e49c38" providerId="ADAL" clId="{F17FE3BA-B62B-4B31-BCD6-4C4CF1C7A9BF}" dt="2025-11-15T04:30:39.425" v="26" actId="478"/>
          <ac:spMkLst>
            <pc:docMk/>
            <pc:sldMk cId="0" sldId="257"/>
            <ac:spMk id="105" creationId="{00000000-0000-0000-0000-000000000000}"/>
          </ac:spMkLst>
        </pc:spChg>
        <pc:spChg chg="del">
          <ac:chgData name="Abraham Anzules" userId="513fc605-227c-49ca-9d8e-8f6451e49c38" providerId="ADAL" clId="{F17FE3BA-B62B-4B31-BCD6-4C4CF1C7A9BF}" dt="2025-11-15T04:30:36.279" v="25" actId="478"/>
          <ac:spMkLst>
            <pc:docMk/>
            <pc:sldMk cId="0" sldId="257"/>
            <ac:spMk id="106" creationId="{00000000-0000-0000-0000-000000000000}"/>
          </ac:spMkLst>
        </pc:spChg>
      </pc:sldChg>
      <pc:sldChg chg="addSp delSp modSp add del mod ord modNotesTx">
        <pc:chgData name="Abraham Anzules" userId="513fc605-227c-49ca-9d8e-8f6451e49c38" providerId="ADAL" clId="{F17FE3BA-B62B-4B31-BCD6-4C4CF1C7A9BF}" dt="2025-11-15T05:28:27.038" v="483" actId="47"/>
        <pc:sldMkLst>
          <pc:docMk/>
          <pc:sldMk cId="2385354970" sldId="267"/>
        </pc:sldMkLst>
        <pc:graphicFrameChg chg="add del modGraphic">
          <ac:chgData name="Abraham Anzules" userId="513fc605-227c-49ca-9d8e-8f6451e49c38" providerId="ADAL" clId="{F17FE3BA-B62B-4B31-BCD6-4C4CF1C7A9BF}" dt="2025-11-15T04:25:38.191" v="8" actId="27309"/>
          <ac:graphicFrameMkLst>
            <pc:docMk/>
            <pc:sldMk cId="2385354970" sldId="267"/>
            <ac:graphicFrameMk id="3" creationId="{74903574-5FFA-57C6-312D-C5E2C3502800}"/>
          </ac:graphicFrameMkLst>
        </pc:graphicFrameChg>
        <pc:graphicFrameChg chg="modGraphic">
          <ac:chgData name="Abraham Anzules" userId="513fc605-227c-49ca-9d8e-8f6451e49c38" providerId="ADAL" clId="{F17FE3BA-B62B-4B31-BCD6-4C4CF1C7A9BF}" dt="2025-11-15T05:24:23.353" v="472" actId="27116"/>
          <ac:graphicFrameMkLst>
            <pc:docMk/>
            <pc:sldMk cId="2385354970" sldId="267"/>
            <ac:graphicFrameMk id="4" creationId="{B2D661A4-8895-1E43-9238-4B6D30F2FF2A}"/>
          </ac:graphicFrameMkLst>
        </pc:graphicFrameChg>
        <pc:graphicFrameChg chg="modGraphic">
          <ac:chgData name="Abraham Anzules" userId="513fc605-227c-49ca-9d8e-8f6451e49c38" providerId="ADAL" clId="{F17FE3BA-B62B-4B31-BCD6-4C4CF1C7A9BF}" dt="2025-11-15T05:17:16.129" v="452" actId="27297"/>
          <ac:graphicFrameMkLst>
            <pc:docMk/>
            <pc:sldMk cId="2385354970" sldId="267"/>
            <ac:graphicFrameMk id="6" creationId="{039C2E45-7383-084C-A25A-231F40FCFD88}"/>
          </ac:graphicFrameMkLst>
        </pc:graphicFrameChg>
        <pc:picChg chg="add del mod">
          <ac:chgData name="Abraham Anzules" userId="513fc605-227c-49ca-9d8e-8f6451e49c38" providerId="ADAL" clId="{F17FE3BA-B62B-4B31-BCD6-4C4CF1C7A9BF}" dt="2025-11-15T05:26:04.874" v="477" actId="1076"/>
          <ac:picMkLst>
            <pc:docMk/>
            <pc:sldMk cId="2385354970" sldId="267"/>
            <ac:picMk id="5" creationId="{A9B3B3BB-BC15-E228-069F-DF9862AA900D}"/>
          </ac:picMkLst>
        </pc:picChg>
      </pc:sldChg>
      <pc:sldChg chg="modSp del ord">
        <pc:chgData name="Abraham Anzules" userId="513fc605-227c-49ca-9d8e-8f6451e49c38" providerId="ADAL" clId="{F17FE3BA-B62B-4B31-BCD6-4C4CF1C7A9BF}" dt="2025-11-15T05:28:36.374" v="484" actId="47"/>
        <pc:sldMkLst>
          <pc:docMk/>
          <pc:sldMk cId="97523264" sldId="268"/>
        </pc:sldMkLst>
        <pc:spChg chg="mod">
          <ac:chgData name="Abraham Anzules" userId="513fc605-227c-49ca-9d8e-8f6451e49c38" providerId="ADAL" clId="{F17FE3BA-B62B-4B31-BCD6-4C4CF1C7A9BF}" dt="2025-11-15T05:19:18.168" v="462"/>
          <ac:spMkLst>
            <pc:docMk/>
            <pc:sldMk cId="97523264" sldId="268"/>
            <ac:spMk id="2" creationId="{B8A42B65-566C-0A41-B8C2-5032B07BD196}"/>
          </ac:spMkLst>
        </pc:spChg>
      </pc:sldChg>
      <pc:sldChg chg="del">
        <pc:chgData name="Abraham Anzules" userId="513fc605-227c-49ca-9d8e-8f6451e49c38" providerId="ADAL" clId="{F17FE3BA-B62B-4B31-BCD6-4C4CF1C7A9BF}" dt="2025-11-15T05:28:36.374" v="484" actId="47"/>
        <pc:sldMkLst>
          <pc:docMk/>
          <pc:sldMk cId="1167597831" sldId="270"/>
        </pc:sldMkLst>
      </pc:sldChg>
      <pc:sldChg chg="del">
        <pc:chgData name="Abraham Anzules" userId="513fc605-227c-49ca-9d8e-8f6451e49c38" providerId="ADAL" clId="{F17FE3BA-B62B-4B31-BCD6-4C4CF1C7A9BF}" dt="2025-11-15T05:28:36.374" v="484" actId="47"/>
        <pc:sldMkLst>
          <pc:docMk/>
          <pc:sldMk cId="3341998466" sldId="272"/>
        </pc:sldMkLst>
      </pc:sldChg>
      <pc:sldChg chg="del ord">
        <pc:chgData name="Abraham Anzules" userId="513fc605-227c-49ca-9d8e-8f6451e49c38" providerId="ADAL" clId="{F17FE3BA-B62B-4B31-BCD6-4C4CF1C7A9BF}" dt="2025-11-15T05:02:33.611" v="206" actId="47"/>
        <pc:sldMkLst>
          <pc:docMk/>
          <pc:sldMk cId="3369610082" sldId="275"/>
        </pc:sldMkLst>
      </pc:sldChg>
      <pc:sldChg chg="delSp modSp mod">
        <pc:chgData name="Abraham Anzules" userId="513fc605-227c-49ca-9d8e-8f6451e49c38" providerId="ADAL" clId="{F17FE3BA-B62B-4B31-BCD6-4C4CF1C7A9BF}" dt="2025-11-15T05:15:49.886" v="449" actId="1076"/>
        <pc:sldMkLst>
          <pc:docMk/>
          <pc:sldMk cId="19765702" sldId="278"/>
        </pc:sldMkLst>
        <pc:spChg chg="del">
          <ac:chgData name="Abraham Anzules" userId="513fc605-227c-49ca-9d8e-8f6451e49c38" providerId="ADAL" clId="{F17FE3BA-B62B-4B31-BCD6-4C4CF1C7A9BF}" dt="2025-11-15T05:14:33.862" v="410" actId="478"/>
          <ac:spMkLst>
            <pc:docMk/>
            <pc:sldMk cId="19765702" sldId="278"/>
            <ac:spMk id="4" creationId="{895EDB82-7163-F289-CBB3-3C97BE819A1A}"/>
          </ac:spMkLst>
        </pc:spChg>
        <pc:spChg chg="del">
          <ac:chgData name="Abraham Anzules" userId="513fc605-227c-49ca-9d8e-8f6451e49c38" providerId="ADAL" clId="{F17FE3BA-B62B-4B31-BCD6-4C4CF1C7A9BF}" dt="2025-11-15T05:14:41.367" v="413" actId="478"/>
          <ac:spMkLst>
            <pc:docMk/>
            <pc:sldMk cId="19765702" sldId="278"/>
            <ac:spMk id="5" creationId="{C9E7E280-9250-ACDD-E64D-4FB59010088A}"/>
          </ac:spMkLst>
        </pc:spChg>
        <pc:spChg chg="mod">
          <ac:chgData name="Abraham Anzules" userId="513fc605-227c-49ca-9d8e-8f6451e49c38" providerId="ADAL" clId="{F17FE3BA-B62B-4B31-BCD6-4C4CF1C7A9BF}" dt="2025-11-15T05:14:45.888" v="414" actId="2711"/>
          <ac:spMkLst>
            <pc:docMk/>
            <pc:sldMk cId="19765702" sldId="278"/>
            <ac:spMk id="57" creationId="{00000000-0000-0000-0000-000000000000}"/>
          </ac:spMkLst>
        </pc:spChg>
        <pc:spChg chg="mod">
          <ac:chgData name="Abraham Anzules" userId="513fc605-227c-49ca-9d8e-8f6451e49c38" providerId="ADAL" clId="{F17FE3BA-B62B-4B31-BCD6-4C4CF1C7A9BF}" dt="2025-11-15T05:15:03.321" v="441" actId="1076"/>
          <ac:spMkLst>
            <pc:docMk/>
            <pc:sldMk cId="19765702" sldId="278"/>
            <ac:spMk id="58" creationId="{00000000-0000-0000-0000-000000000000}"/>
          </ac:spMkLst>
        </pc:spChg>
        <pc:picChg chg="del">
          <ac:chgData name="Abraham Anzules" userId="513fc605-227c-49ca-9d8e-8f6451e49c38" providerId="ADAL" clId="{F17FE3BA-B62B-4B31-BCD6-4C4CF1C7A9BF}" dt="2025-11-15T05:14:24.442" v="408" actId="478"/>
          <ac:picMkLst>
            <pc:docMk/>
            <pc:sldMk cId="19765702" sldId="278"/>
            <ac:picMk id="3" creationId="{2B717E70-AC0A-8FFD-B2D4-AE0D04615CB3}"/>
          </ac:picMkLst>
        </pc:picChg>
        <pc:picChg chg="del">
          <ac:chgData name="Abraham Anzules" userId="513fc605-227c-49ca-9d8e-8f6451e49c38" providerId="ADAL" clId="{F17FE3BA-B62B-4B31-BCD6-4C4CF1C7A9BF}" dt="2025-11-15T05:14:37.302" v="412" actId="478"/>
          <ac:picMkLst>
            <pc:docMk/>
            <pc:sldMk cId="19765702" sldId="278"/>
            <ac:picMk id="8" creationId="{07D7A476-F70C-F73F-9A6A-E851149B0776}"/>
          </ac:picMkLst>
        </pc:picChg>
        <pc:picChg chg="del">
          <ac:chgData name="Abraham Anzules" userId="513fc605-227c-49ca-9d8e-8f6451e49c38" providerId="ADAL" clId="{F17FE3BA-B62B-4B31-BCD6-4C4CF1C7A9BF}" dt="2025-11-15T05:14:35.797" v="411" actId="478"/>
          <ac:picMkLst>
            <pc:docMk/>
            <pc:sldMk cId="19765702" sldId="278"/>
            <ac:picMk id="9" creationId="{E9B7BF0F-981A-9311-4123-9A54567732FA}"/>
          </ac:picMkLst>
        </pc:picChg>
        <pc:picChg chg="del">
          <ac:chgData name="Abraham Anzules" userId="513fc605-227c-49ca-9d8e-8f6451e49c38" providerId="ADAL" clId="{F17FE3BA-B62B-4B31-BCD6-4C4CF1C7A9BF}" dt="2025-11-15T05:14:25.858" v="409" actId="478"/>
          <ac:picMkLst>
            <pc:docMk/>
            <pc:sldMk cId="19765702" sldId="278"/>
            <ac:picMk id="13" creationId="{6CA578A1-588F-900E-E344-30BDD37EF05D}"/>
          </ac:picMkLst>
        </pc:picChg>
        <pc:picChg chg="mod modCrop">
          <ac:chgData name="Abraham Anzules" userId="513fc605-227c-49ca-9d8e-8f6451e49c38" providerId="ADAL" clId="{F17FE3BA-B62B-4B31-BCD6-4C4CF1C7A9BF}" dt="2025-11-15T05:15:28.298" v="446" actId="14100"/>
          <ac:picMkLst>
            <pc:docMk/>
            <pc:sldMk cId="19765702" sldId="278"/>
            <ac:picMk id="54" creationId="{00000000-0000-0000-0000-000000000000}"/>
          </ac:picMkLst>
        </pc:picChg>
        <pc:picChg chg="mod modCrop">
          <ac:chgData name="Abraham Anzules" userId="513fc605-227c-49ca-9d8e-8f6451e49c38" providerId="ADAL" clId="{F17FE3BA-B62B-4B31-BCD6-4C4CF1C7A9BF}" dt="2025-11-15T05:15:49.886" v="449" actId="1076"/>
          <ac:picMkLst>
            <pc:docMk/>
            <pc:sldMk cId="19765702" sldId="278"/>
            <ac:picMk id="55" creationId="{00000000-0000-0000-0000-000000000000}"/>
          </ac:picMkLst>
        </pc:picChg>
      </pc:sldChg>
      <pc:sldChg chg="del mod modShow">
        <pc:chgData name="Abraham Anzules" userId="513fc605-227c-49ca-9d8e-8f6451e49c38" providerId="ADAL" clId="{F17FE3BA-B62B-4B31-BCD6-4C4CF1C7A9BF}" dt="2025-11-15T04:13:42.353" v="2" actId="47"/>
        <pc:sldMkLst>
          <pc:docMk/>
          <pc:sldMk cId="1869173558" sldId="279"/>
        </pc:sldMkLst>
      </pc:sldChg>
      <pc:sldChg chg="add del mod modShow">
        <pc:chgData name="Abraham Anzules" userId="513fc605-227c-49ca-9d8e-8f6451e49c38" providerId="ADAL" clId="{F17FE3BA-B62B-4B31-BCD6-4C4CF1C7A9BF}" dt="2025-11-15T05:28:24.493" v="482" actId="47"/>
        <pc:sldMkLst>
          <pc:docMk/>
          <pc:sldMk cId="539517753" sldId="281"/>
        </pc:sldMkLst>
      </pc:sldChg>
      <pc:sldChg chg="del">
        <pc:chgData name="Abraham Anzules" userId="513fc605-227c-49ca-9d8e-8f6451e49c38" providerId="ADAL" clId="{F17FE3BA-B62B-4B31-BCD6-4C4CF1C7A9BF}" dt="2025-11-15T05:08:34.496" v="319" actId="47"/>
        <pc:sldMkLst>
          <pc:docMk/>
          <pc:sldMk cId="671137000" sldId="282"/>
        </pc:sldMkLst>
      </pc:sldChg>
      <pc:sldChg chg="del">
        <pc:chgData name="Abraham Anzules" userId="513fc605-227c-49ca-9d8e-8f6451e49c38" providerId="ADAL" clId="{F17FE3BA-B62B-4B31-BCD6-4C4CF1C7A9BF}" dt="2025-11-15T05:09:03.198" v="347" actId="47"/>
        <pc:sldMkLst>
          <pc:docMk/>
          <pc:sldMk cId="2230860766" sldId="283"/>
        </pc:sldMkLst>
      </pc:sldChg>
      <pc:sldChg chg="del">
        <pc:chgData name="Abraham Anzules" userId="513fc605-227c-49ca-9d8e-8f6451e49c38" providerId="ADAL" clId="{F17FE3BA-B62B-4B31-BCD6-4C4CF1C7A9BF}" dt="2025-11-15T05:02:33.611" v="206" actId="47"/>
        <pc:sldMkLst>
          <pc:docMk/>
          <pc:sldMk cId="1332359305" sldId="285"/>
        </pc:sldMkLst>
      </pc:sldChg>
      <pc:sldChg chg="del">
        <pc:chgData name="Abraham Anzules" userId="513fc605-227c-49ca-9d8e-8f6451e49c38" providerId="ADAL" clId="{F17FE3BA-B62B-4B31-BCD6-4C4CF1C7A9BF}" dt="2025-11-15T05:08:34.496" v="319" actId="47"/>
        <pc:sldMkLst>
          <pc:docMk/>
          <pc:sldMk cId="3145935385" sldId="286"/>
        </pc:sldMkLst>
      </pc:sldChg>
      <pc:sldChg chg="delSp modSp del mod">
        <pc:chgData name="Abraham Anzules" userId="513fc605-227c-49ca-9d8e-8f6451e49c38" providerId="ADAL" clId="{F17FE3BA-B62B-4B31-BCD6-4C4CF1C7A9BF}" dt="2025-11-15T05:28:36.374" v="484" actId="47"/>
        <pc:sldMkLst>
          <pc:docMk/>
          <pc:sldMk cId="271936434" sldId="291"/>
        </pc:sldMkLst>
        <pc:spChg chg="mod">
          <ac:chgData name="Abraham Anzules" userId="513fc605-227c-49ca-9d8e-8f6451e49c38" providerId="ADAL" clId="{F17FE3BA-B62B-4B31-BCD6-4C4CF1C7A9BF}" dt="2025-11-15T05:08:54.298" v="344" actId="20577"/>
          <ac:spMkLst>
            <pc:docMk/>
            <pc:sldMk cId="271936434" sldId="291"/>
            <ac:spMk id="4" creationId="{D674933B-DF67-D14D-ACC6-194EA400210B}"/>
          </ac:spMkLst>
        </pc:spChg>
        <pc:spChg chg="del mod">
          <ac:chgData name="Abraham Anzules" userId="513fc605-227c-49ca-9d8e-8f6451e49c38" providerId="ADAL" clId="{F17FE3BA-B62B-4B31-BCD6-4C4CF1C7A9BF}" dt="2025-11-15T05:08:59.273" v="346" actId="478"/>
          <ac:spMkLst>
            <pc:docMk/>
            <pc:sldMk cId="271936434" sldId="291"/>
            <ac:spMk id="5" creationId="{FD9FA5D4-F976-AF4C-AC07-03DCC1B85E22}"/>
          </ac:spMkLst>
        </pc:spChg>
      </pc:sldChg>
      <pc:sldChg chg="add del mod modShow">
        <pc:chgData name="Abraham Anzules" userId="513fc605-227c-49ca-9d8e-8f6451e49c38" providerId="ADAL" clId="{F17FE3BA-B62B-4B31-BCD6-4C4CF1C7A9BF}" dt="2025-11-15T05:28:24.493" v="482" actId="47"/>
        <pc:sldMkLst>
          <pc:docMk/>
          <pc:sldMk cId="3224214744" sldId="296"/>
        </pc:sldMkLst>
      </pc:sldChg>
      <pc:sldChg chg="del">
        <pc:chgData name="Abraham Anzules" userId="513fc605-227c-49ca-9d8e-8f6451e49c38" providerId="ADAL" clId="{F17FE3BA-B62B-4B31-BCD6-4C4CF1C7A9BF}" dt="2025-11-15T05:02:33.611" v="206" actId="47"/>
        <pc:sldMkLst>
          <pc:docMk/>
          <pc:sldMk cId="648274987" sldId="297"/>
        </pc:sldMkLst>
      </pc:sldChg>
      <pc:sldChg chg="addSp delSp del mod ord">
        <pc:chgData name="Abraham Anzules" userId="513fc605-227c-49ca-9d8e-8f6451e49c38" providerId="ADAL" clId="{F17FE3BA-B62B-4B31-BCD6-4C4CF1C7A9BF}" dt="2025-11-15T05:02:33.611" v="206" actId="47"/>
        <pc:sldMkLst>
          <pc:docMk/>
          <pc:sldMk cId="1386167738" sldId="298"/>
        </pc:sldMkLst>
        <pc:picChg chg="add del">
          <ac:chgData name="Abraham Anzules" userId="513fc605-227c-49ca-9d8e-8f6451e49c38" providerId="ADAL" clId="{F17FE3BA-B62B-4B31-BCD6-4C4CF1C7A9BF}" dt="2025-11-15T04:29:50.937" v="18" actId="22"/>
          <ac:picMkLst>
            <pc:docMk/>
            <pc:sldMk cId="1386167738" sldId="298"/>
            <ac:picMk id="4" creationId="{9BD2F08D-11BC-1E7F-ECB9-3B0C8D2274D8}"/>
          </ac:picMkLst>
        </pc:picChg>
      </pc:sldChg>
      <pc:sldChg chg="addSp delSp modSp mod">
        <pc:chgData name="Abraham Anzules" userId="513fc605-227c-49ca-9d8e-8f6451e49c38" providerId="ADAL" clId="{F17FE3BA-B62B-4B31-BCD6-4C4CF1C7A9BF}" dt="2025-11-15T04:35:26.873" v="44" actId="1076"/>
        <pc:sldMkLst>
          <pc:docMk/>
          <pc:sldMk cId="2203965586" sldId="299"/>
        </pc:sldMkLst>
        <pc:spChg chg="add mod">
          <ac:chgData name="Abraham Anzules" userId="513fc605-227c-49ca-9d8e-8f6451e49c38" providerId="ADAL" clId="{F17FE3BA-B62B-4B31-BCD6-4C4CF1C7A9BF}" dt="2025-11-15T04:35:26.873" v="44" actId="1076"/>
          <ac:spMkLst>
            <pc:docMk/>
            <pc:sldMk cId="2203965586" sldId="299"/>
            <ac:spMk id="7" creationId="{7A6836BA-D54D-D937-4D24-DFA3549846F0}"/>
          </ac:spMkLst>
        </pc:spChg>
        <pc:picChg chg="add del mod">
          <ac:chgData name="Abraham Anzules" userId="513fc605-227c-49ca-9d8e-8f6451e49c38" providerId="ADAL" clId="{F17FE3BA-B62B-4B31-BCD6-4C4CF1C7A9BF}" dt="2025-11-15T04:33:59.589" v="33" actId="478"/>
          <ac:picMkLst>
            <pc:docMk/>
            <pc:sldMk cId="2203965586" sldId="299"/>
            <ac:picMk id="3" creationId="{205E3921-FEE1-261F-2FDB-14482FFB7D66}"/>
          </ac:picMkLst>
        </pc:picChg>
        <pc:picChg chg="add del mod">
          <ac:chgData name="Abraham Anzules" userId="513fc605-227c-49ca-9d8e-8f6451e49c38" providerId="ADAL" clId="{F17FE3BA-B62B-4B31-BCD6-4C4CF1C7A9BF}" dt="2025-11-15T04:34:26.942" v="37" actId="22"/>
          <ac:picMkLst>
            <pc:docMk/>
            <pc:sldMk cId="2203965586" sldId="299"/>
            <ac:picMk id="6" creationId="{12A22B66-4EFD-D69D-89A8-44AB4C8B074F}"/>
          </ac:picMkLst>
        </pc:picChg>
      </pc:sldChg>
      <pc:sldChg chg="del">
        <pc:chgData name="Abraham Anzules" userId="513fc605-227c-49ca-9d8e-8f6451e49c38" providerId="ADAL" clId="{F17FE3BA-B62B-4B31-BCD6-4C4CF1C7A9BF}" dt="2025-11-15T05:08:34.496" v="319" actId="47"/>
        <pc:sldMkLst>
          <pc:docMk/>
          <pc:sldMk cId="4047603681" sldId="300"/>
        </pc:sldMkLst>
      </pc:sldChg>
      <pc:sldChg chg="add del mod modShow">
        <pc:chgData name="Abraham Anzules" userId="513fc605-227c-49ca-9d8e-8f6451e49c38" providerId="ADAL" clId="{F17FE3BA-B62B-4B31-BCD6-4C4CF1C7A9BF}" dt="2025-11-15T05:28:24.493" v="482" actId="47"/>
        <pc:sldMkLst>
          <pc:docMk/>
          <pc:sldMk cId="2830462282" sldId="301"/>
        </pc:sldMkLst>
      </pc:sldChg>
      <pc:sldChg chg="addSp delSp modSp add mod ord">
        <pc:chgData name="Abraham Anzules" userId="513fc605-227c-49ca-9d8e-8f6451e49c38" providerId="ADAL" clId="{F17FE3BA-B62B-4B31-BCD6-4C4CF1C7A9BF}" dt="2025-11-15T04:39:16.904" v="126" actId="208"/>
        <pc:sldMkLst>
          <pc:docMk/>
          <pc:sldMk cId="1786250241" sldId="302"/>
        </pc:sldMkLst>
        <pc:spChg chg="mod">
          <ac:chgData name="Abraham Anzules" userId="513fc605-227c-49ca-9d8e-8f6451e49c38" providerId="ADAL" clId="{F17FE3BA-B62B-4B31-BCD6-4C4CF1C7A9BF}" dt="2025-11-15T04:37:31.831" v="105" actId="20577"/>
          <ac:spMkLst>
            <pc:docMk/>
            <pc:sldMk cId="1786250241" sldId="302"/>
            <ac:spMk id="12" creationId="{C08B5AB4-DE9B-6868-2C4D-ECF2CB4774E8}"/>
          </ac:spMkLst>
        </pc:spChg>
        <pc:graphicFrameChg chg="del">
          <ac:chgData name="Abraham Anzules" userId="513fc605-227c-49ca-9d8e-8f6451e49c38" providerId="ADAL" clId="{F17FE3BA-B62B-4B31-BCD6-4C4CF1C7A9BF}" dt="2025-11-15T04:37:34.788" v="106" actId="478"/>
          <ac:graphicFrameMkLst>
            <pc:docMk/>
            <pc:sldMk cId="1786250241" sldId="302"/>
            <ac:graphicFrameMk id="5" creationId="{2F199445-DB3A-A2DA-6FBC-C4BCCDC47412}"/>
          </ac:graphicFrameMkLst>
        </pc:graphicFrameChg>
        <pc:picChg chg="add del mod">
          <ac:chgData name="Abraham Anzules" userId="513fc605-227c-49ca-9d8e-8f6451e49c38" providerId="ADAL" clId="{F17FE3BA-B62B-4B31-BCD6-4C4CF1C7A9BF}" dt="2025-11-15T04:38:09.447" v="117" actId="478"/>
          <ac:picMkLst>
            <pc:docMk/>
            <pc:sldMk cId="1786250241" sldId="302"/>
            <ac:picMk id="4" creationId="{46701DFF-BD18-3B48-4DCE-3987A099F79C}"/>
          </ac:picMkLst>
        </pc:picChg>
        <pc:picChg chg="add mod">
          <ac:chgData name="Abraham Anzules" userId="513fc605-227c-49ca-9d8e-8f6451e49c38" providerId="ADAL" clId="{F17FE3BA-B62B-4B31-BCD6-4C4CF1C7A9BF}" dt="2025-11-15T04:38:30.855" v="121" actId="1076"/>
          <ac:picMkLst>
            <pc:docMk/>
            <pc:sldMk cId="1786250241" sldId="302"/>
            <ac:picMk id="1026" creationId="{EBFB6F0E-E196-A02B-B845-9FF6A041D3DC}"/>
          </ac:picMkLst>
        </pc:picChg>
        <pc:picChg chg="add del mod">
          <ac:chgData name="Abraham Anzules" userId="513fc605-227c-49ca-9d8e-8f6451e49c38" providerId="ADAL" clId="{F17FE3BA-B62B-4B31-BCD6-4C4CF1C7A9BF}" dt="2025-11-15T04:38:35.151" v="122" actId="1076"/>
          <ac:picMkLst>
            <pc:docMk/>
            <pc:sldMk cId="1786250241" sldId="302"/>
            <ac:picMk id="1028" creationId="{CB9B69B4-0A97-3C2E-1CCE-49FEBA9327B0}"/>
          </ac:picMkLst>
        </pc:picChg>
        <pc:cxnChg chg="add mod">
          <ac:chgData name="Abraham Anzules" userId="513fc605-227c-49ca-9d8e-8f6451e49c38" providerId="ADAL" clId="{F17FE3BA-B62B-4B31-BCD6-4C4CF1C7A9BF}" dt="2025-11-15T04:39:16.904" v="126" actId="208"/>
          <ac:cxnSpMkLst>
            <pc:docMk/>
            <pc:sldMk cId="1786250241" sldId="302"/>
            <ac:cxnSpMk id="3" creationId="{95526FCC-F9F5-CA60-6443-6F1B1E2E9671}"/>
          </ac:cxnSpMkLst>
        </pc:cxnChg>
      </pc:sldChg>
      <pc:sldChg chg="addSp delSp modSp add mod">
        <pc:chgData name="Abraham Anzules" userId="513fc605-227c-49ca-9d8e-8f6451e49c38" providerId="ADAL" clId="{F17FE3BA-B62B-4B31-BCD6-4C4CF1C7A9BF}" dt="2025-11-15T04:51:21.299" v="205" actId="1076"/>
        <pc:sldMkLst>
          <pc:docMk/>
          <pc:sldMk cId="16151109" sldId="303"/>
        </pc:sldMkLst>
        <pc:spChg chg="add mod">
          <ac:chgData name="Abraham Anzules" userId="513fc605-227c-49ca-9d8e-8f6451e49c38" providerId="ADAL" clId="{F17FE3BA-B62B-4B31-BCD6-4C4CF1C7A9BF}" dt="2025-11-15T04:51:21.299" v="205" actId="1076"/>
          <ac:spMkLst>
            <pc:docMk/>
            <pc:sldMk cId="16151109" sldId="303"/>
            <ac:spMk id="5" creationId="{E3148D19-DF76-F85D-0D75-F0597F0230D1}"/>
          </ac:spMkLst>
        </pc:spChg>
        <pc:spChg chg="mod">
          <ac:chgData name="Abraham Anzules" userId="513fc605-227c-49ca-9d8e-8f6451e49c38" providerId="ADAL" clId="{F17FE3BA-B62B-4B31-BCD6-4C4CF1C7A9BF}" dt="2025-11-15T04:41:39.534" v="180" actId="20577"/>
          <ac:spMkLst>
            <pc:docMk/>
            <pc:sldMk cId="16151109" sldId="303"/>
            <ac:spMk id="12" creationId="{18DBB17E-950B-2E98-BC03-343AC346CBF3}"/>
          </ac:spMkLst>
        </pc:spChg>
        <pc:picChg chg="add mod">
          <ac:chgData name="Abraham Anzules" userId="513fc605-227c-49ca-9d8e-8f6451e49c38" providerId="ADAL" clId="{F17FE3BA-B62B-4B31-BCD6-4C4CF1C7A9BF}" dt="2025-11-15T04:51:21.299" v="205" actId="1076"/>
          <ac:picMkLst>
            <pc:docMk/>
            <pc:sldMk cId="16151109" sldId="303"/>
            <ac:picMk id="4" creationId="{038460A2-9B7B-CE4B-711A-CCCD86F298AC}"/>
          </ac:picMkLst>
        </pc:picChg>
        <pc:picChg chg="del">
          <ac:chgData name="Abraham Anzules" userId="513fc605-227c-49ca-9d8e-8f6451e49c38" providerId="ADAL" clId="{F17FE3BA-B62B-4B31-BCD6-4C4CF1C7A9BF}" dt="2025-11-15T04:41:43.968" v="181" actId="478"/>
          <ac:picMkLst>
            <pc:docMk/>
            <pc:sldMk cId="16151109" sldId="303"/>
            <ac:picMk id="1026" creationId="{6111BE3A-E49A-9D45-F2DD-287851944232}"/>
          </ac:picMkLst>
        </pc:picChg>
        <pc:picChg chg="del">
          <ac:chgData name="Abraham Anzules" userId="513fc605-227c-49ca-9d8e-8f6451e49c38" providerId="ADAL" clId="{F17FE3BA-B62B-4B31-BCD6-4C4CF1C7A9BF}" dt="2025-11-15T04:41:45.564" v="182" actId="478"/>
          <ac:picMkLst>
            <pc:docMk/>
            <pc:sldMk cId="16151109" sldId="303"/>
            <ac:picMk id="1028" creationId="{E82E0E2A-F218-0F57-73AB-8EB0A79CC191}"/>
          </ac:picMkLst>
        </pc:picChg>
        <pc:picChg chg="add del mod">
          <ac:chgData name="Abraham Anzules" userId="513fc605-227c-49ca-9d8e-8f6451e49c38" providerId="ADAL" clId="{F17FE3BA-B62B-4B31-BCD6-4C4CF1C7A9BF}" dt="2025-11-15T04:47:26.447" v="186" actId="478"/>
          <ac:picMkLst>
            <pc:docMk/>
            <pc:sldMk cId="16151109" sldId="303"/>
            <ac:picMk id="2050" creationId="{A6F104E5-BD01-C166-6911-5917EA969DCD}"/>
          </ac:picMkLst>
        </pc:picChg>
        <pc:picChg chg="add mod">
          <ac:chgData name="Abraham Anzules" userId="513fc605-227c-49ca-9d8e-8f6451e49c38" providerId="ADAL" clId="{F17FE3BA-B62B-4B31-BCD6-4C4CF1C7A9BF}" dt="2025-11-15T04:51:21.299" v="205" actId="1076"/>
          <ac:picMkLst>
            <pc:docMk/>
            <pc:sldMk cId="16151109" sldId="303"/>
            <ac:picMk id="2052" creationId="{A3B47058-1859-52AC-B5D3-15414ECCDC97}"/>
          </ac:picMkLst>
        </pc:picChg>
        <pc:cxnChg chg="del mod">
          <ac:chgData name="Abraham Anzules" userId="513fc605-227c-49ca-9d8e-8f6451e49c38" providerId="ADAL" clId="{F17FE3BA-B62B-4B31-BCD6-4C4CF1C7A9BF}" dt="2025-11-15T04:50:19.671" v="198" actId="478"/>
          <ac:cxnSpMkLst>
            <pc:docMk/>
            <pc:sldMk cId="16151109" sldId="303"/>
            <ac:cxnSpMk id="3" creationId="{94BFC58D-8303-EEE3-D5CA-1E474ED4F8D6}"/>
          </ac:cxnSpMkLst>
        </pc:cxnChg>
      </pc:sldChg>
      <pc:sldChg chg="addSp delSp modSp add mod ord">
        <pc:chgData name="Abraham Anzules" userId="513fc605-227c-49ca-9d8e-8f6451e49c38" providerId="ADAL" clId="{F17FE3BA-B62B-4B31-BCD6-4C4CF1C7A9BF}" dt="2025-11-15T05:05:02.270" v="254" actId="1076"/>
        <pc:sldMkLst>
          <pc:docMk/>
          <pc:sldMk cId="2019898311" sldId="304"/>
        </pc:sldMkLst>
        <pc:spChg chg="mod">
          <ac:chgData name="Abraham Anzules" userId="513fc605-227c-49ca-9d8e-8f6451e49c38" providerId="ADAL" clId="{F17FE3BA-B62B-4B31-BCD6-4C4CF1C7A9BF}" dt="2025-11-15T05:03:24.381" v="244" actId="20577"/>
          <ac:spMkLst>
            <pc:docMk/>
            <pc:sldMk cId="2019898311" sldId="304"/>
            <ac:spMk id="12" creationId="{760CF5B8-B42A-42D7-59A2-F3D9001AC6C3}"/>
          </ac:spMkLst>
        </pc:spChg>
        <pc:picChg chg="del">
          <ac:chgData name="Abraham Anzules" userId="513fc605-227c-49ca-9d8e-8f6451e49c38" providerId="ADAL" clId="{F17FE3BA-B62B-4B31-BCD6-4C4CF1C7A9BF}" dt="2025-11-15T05:04:35.762" v="245" actId="478"/>
          <ac:picMkLst>
            <pc:docMk/>
            <pc:sldMk cId="2019898311" sldId="304"/>
            <ac:picMk id="1026" creationId="{653C95C0-E80E-07C0-87AD-4742917A5D7A}"/>
          </ac:picMkLst>
        </pc:picChg>
        <pc:picChg chg="del">
          <ac:chgData name="Abraham Anzules" userId="513fc605-227c-49ca-9d8e-8f6451e49c38" providerId="ADAL" clId="{F17FE3BA-B62B-4B31-BCD6-4C4CF1C7A9BF}" dt="2025-11-15T05:04:38.635" v="247" actId="478"/>
          <ac:picMkLst>
            <pc:docMk/>
            <pc:sldMk cId="2019898311" sldId="304"/>
            <ac:picMk id="1028" creationId="{CE63D50A-D455-5D9D-B1FF-71CBC1F125D2}"/>
          </ac:picMkLst>
        </pc:picChg>
        <pc:picChg chg="add del mod">
          <ac:chgData name="Abraham Anzules" userId="513fc605-227c-49ca-9d8e-8f6451e49c38" providerId="ADAL" clId="{F17FE3BA-B62B-4B31-BCD6-4C4CF1C7A9BF}" dt="2025-11-15T05:04:54.481" v="251" actId="478"/>
          <ac:picMkLst>
            <pc:docMk/>
            <pc:sldMk cId="2019898311" sldId="304"/>
            <ac:picMk id="3074" creationId="{19CDC841-6D30-EBD8-A9D2-35250793A1D6}"/>
          </ac:picMkLst>
        </pc:picChg>
        <pc:picChg chg="add mod">
          <ac:chgData name="Abraham Anzules" userId="513fc605-227c-49ca-9d8e-8f6451e49c38" providerId="ADAL" clId="{F17FE3BA-B62B-4B31-BCD6-4C4CF1C7A9BF}" dt="2025-11-15T05:05:02.270" v="254" actId="1076"/>
          <ac:picMkLst>
            <pc:docMk/>
            <pc:sldMk cId="2019898311" sldId="304"/>
            <ac:picMk id="3076" creationId="{47DD73D0-015E-40A2-6032-826F07248160}"/>
          </ac:picMkLst>
        </pc:picChg>
        <pc:cxnChg chg="del">
          <ac:chgData name="Abraham Anzules" userId="513fc605-227c-49ca-9d8e-8f6451e49c38" providerId="ADAL" clId="{F17FE3BA-B62B-4B31-BCD6-4C4CF1C7A9BF}" dt="2025-11-15T05:04:37.512" v="246" actId="478"/>
          <ac:cxnSpMkLst>
            <pc:docMk/>
            <pc:sldMk cId="2019898311" sldId="304"/>
            <ac:cxnSpMk id="3" creationId="{1A3DD8D9-3EB1-4EB8-12BB-0FFFB1FF7A9B}"/>
          </ac:cxnSpMkLst>
        </pc:cxnChg>
      </pc:sldChg>
      <pc:sldChg chg="addSp delSp modSp add mod">
        <pc:chgData name="Abraham Anzules" userId="513fc605-227c-49ca-9d8e-8f6451e49c38" providerId="ADAL" clId="{F17FE3BA-B62B-4B31-BCD6-4C4CF1C7A9BF}" dt="2025-11-15T05:08:16.011" v="318" actId="14100"/>
        <pc:sldMkLst>
          <pc:docMk/>
          <pc:sldMk cId="1887294057" sldId="305"/>
        </pc:sldMkLst>
        <pc:spChg chg="add del">
          <ac:chgData name="Abraham Anzules" userId="513fc605-227c-49ca-9d8e-8f6451e49c38" providerId="ADAL" clId="{F17FE3BA-B62B-4B31-BCD6-4C4CF1C7A9BF}" dt="2025-11-15T05:07:23.554" v="310" actId="478"/>
          <ac:spMkLst>
            <pc:docMk/>
            <pc:sldMk cId="1887294057" sldId="305"/>
            <ac:spMk id="2" creationId="{FADF50A4-AD7F-BA1A-C052-7F9D35E79BEB}"/>
          </ac:spMkLst>
        </pc:spChg>
        <pc:spChg chg="add del">
          <ac:chgData name="Abraham Anzules" userId="513fc605-227c-49ca-9d8e-8f6451e49c38" providerId="ADAL" clId="{F17FE3BA-B62B-4B31-BCD6-4C4CF1C7A9BF}" dt="2025-11-15T05:07:28.531" v="312" actId="478"/>
          <ac:spMkLst>
            <pc:docMk/>
            <pc:sldMk cId="1887294057" sldId="305"/>
            <ac:spMk id="3" creationId="{B0B87307-E813-E23D-6449-D8574BB836E1}"/>
          </ac:spMkLst>
        </pc:spChg>
        <pc:spChg chg="mod">
          <ac:chgData name="Abraham Anzules" userId="513fc605-227c-49ca-9d8e-8f6451e49c38" providerId="ADAL" clId="{F17FE3BA-B62B-4B31-BCD6-4C4CF1C7A9BF}" dt="2025-11-15T05:05:32.521" v="302" actId="20577"/>
          <ac:spMkLst>
            <pc:docMk/>
            <pc:sldMk cId="1887294057" sldId="305"/>
            <ac:spMk id="12" creationId="{CAB4A63F-D1E2-5DA4-3D5F-EB8D5F985990}"/>
          </ac:spMkLst>
        </pc:spChg>
        <pc:picChg chg="add mod">
          <ac:chgData name="Abraham Anzules" userId="513fc605-227c-49ca-9d8e-8f6451e49c38" providerId="ADAL" clId="{F17FE3BA-B62B-4B31-BCD6-4C4CF1C7A9BF}" dt="2025-11-15T05:08:16.011" v="318" actId="14100"/>
          <ac:picMkLst>
            <pc:docMk/>
            <pc:sldMk cId="1887294057" sldId="305"/>
            <ac:picMk id="5" creationId="{A08B2241-A513-09A3-66AD-A129A7F4AA89}"/>
          </ac:picMkLst>
        </pc:picChg>
        <pc:picChg chg="del">
          <ac:chgData name="Abraham Anzules" userId="513fc605-227c-49ca-9d8e-8f6451e49c38" providerId="ADAL" clId="{F17FE3BA-B62B-4B31-BCD6-4C4CF1C7A9BF}" dt="2025-11-15T05:06:24.738" v="303" actId="478"/>
          <ac:picMkLst>
            <pc:docMk/>
            <pc:sldMk cId="1887294057" sldId="305"/>
            <ac:picMk id="3076" creationId="{DDBFBDF9-DEE9-8123-2C71-422BBCF88484}"/>
          </ac:picMkLst>
        </pc:picChg>
        <pc:picChg chg="add del mod">
          <ac:chgData name="Abraham Anzules" userId="513fc605-227c-49ca-9d8e-8f6451e49c38" providerId="ADAL" clId="{F17FE3BA-B62B-4B31-BCD6-4C4CF1C7A9BF}" dt="2025-11-15T05:07:22.153" v="308" actId="478"/>
          <ac:picMkLst>
            <pc:docMk/>
            <pc:sldMk cId="1887294057" sldId="305"/>
            <ac:picMk id="4098" creationId="{1DF6A382-1AF5-CCE1-E16C-F2B437DDA4CA}"/>
          </ac:picMkLst>
        </pc:picChg>
      </pc:sldChg>
      <pc:sldChg chg="addSp delSp modSp add mod ord">
        <pc:chgData name="Abraham Anzules" userId="513fc605-227c-49ca-9d8e-8f6451e49c38" providerId="ADAL" clId="{F17FE3BA-B62B-4B31-BCD6-4C4CF1C7A9BF}" dt="2025-11-15T05:14:01.075" v="407" actId="1076"/>
        <pc:sldMkLst>
          <pc:docMk/>
          <pc:sldMk cId="2561284522" sldId="306"/>
        </pc:sldMkLst>
        <pc:spChg chg="add del">
          <ac:chgData name="Abraham Anzules" userId="513fc605-227c-49ca-9d8e-8f6451e49c38" providerId="ADAL" clId="{F17FE3BA-B62B-4B31-BCD6-4C4CF1C7A9BF}" dt="2025-11-15T05:13:20.345" v="396" actId="478"/>
          <ac:spMkLst>
            <pc:docMk/>
            <pc:sldMk cId="2561284522" sldId="306"/>
            <ac:spMk id="4" creationId="{E1ECF3BA-DA11-576A-2FF7-D403722FC768}"/>
          </ac:spMkLst>
        </pc:spChg>
        <pc:spChg chg="mod">
          <ac:chgData name="Abraham Anzules" userId="513fc605-227c-49ca-9d8e-8f6451e49c38" providerId="ADAL" clId="{F17FE3BA-B62B-4B31-BCD6-4C4CF1C7A9BF}" dt="2025-11-15T05:12:16.845" v="382" actId="20577"/>
          <ac:spMkLst>
            <pc:docMk/>
            <pc:sldMk cId="2561284522" sldId="306"/>
            <ac:spMk id="12" creationId="{C4A5440F-FF88-5CD0-CF77-EA941EBDECEC}"/>
          </ac:spMkLst>
        </pc:spChg>
        <pc:picChg chg="del">
          <ac:chgData name="Abraham Anzules" userId="513fc605-227c-49ca-9d8e-8f6451e49c38" providerId="ADAL" clId="{F17FE3BA-B62B-4B31-BCD6-4C4CF1C7A9BF}" dt="2025-11-15T05:12:33.476" v="383" actId="478"/>
          <ac:picMkLst>
            <pc:docMk/>
            <pc:sldMk cId="2561284522" sldId="306"/>
            <ac:picMk id="5" creationId="{5A5460C6-6675-A854-75CA-821FEE1FF52C}"/>
          </ac:picMkLst>
        </pc:picChg>
        <pc:picChg chg="add mod">
          <ac:chgData name="Abraham Anzules" userId="513fc605-227c-49ca-9d8e-8f6451e49c38" providerId="ADAL" clId="{F17FE3BA-B62B-4B31-BCD6-4C4CF1C7A9BF}" dt="2025-11-15T05:14:01.075" v="407" actId="1076"/>
          <ac:picMkLst>
            <pc:docMk/>
            <pc:sldMk cId="2561284522" sldId="306"/>
            <ac:picMk id="8" creationId="{3497743E-A179-D505-AC3E-64CBE331422E}"/>
          </ac:picMkLst>
        </pc:picChg>
        <pc:picChg chg="add mod">
          <ac:chgData name="Abraham Anzules" userId="513fc605-227c-49ca-9d8e-8f6451e49c38" providerId="ADAL" clId="{F17FE3BA-B62B-4B31-BCD6-4C4CF1C7A9BF}" dt="2025-11-15T05:12:59.758" v="389" actId="14100"/>
          <ac:picMkLst>
            <pc:docMk/>
            <pc:sldMk cId="2561284522" sldId="306"/>
            <ac:picMk id="5122" creationId="{3B648110-CA93-2E5C-F196-E877190D7848}"/>
          </ac:picMkLst>
        </pc:picChg>
        <pc:picChg chg="add mod">
          <ac:chgData name="Abraham Anzules" userId="513fc605-227c-49ca-9d8e-8f6451e49c38" providerId="ADAL" clId="{F17FE3BA-B62B-4B31-BCD6-4C4CF1C7A9BF}" dt="2025-11-15T05:13:47.155" v="403" actId="1076"/>
          <ac:picMkLst>
            <pc:docMk/>
            <pc:sldMk cId="2561284522" sldId="306"/>
            <ac:picMk id="5124" creationId="{594928CF-B9F7-CA13-430D-07CDE7EAB643}"/>
          </ac:picMkLst>
        </pc:picChg>
        <pc:cxnChg chg="add mod">
          <ac:chgData name="Abraham Anzules" userId="513fc605-227c-49ca-9d8e-8f6451e49c38" providerId="ADAL" clId="{F17FE3BA-B62B-4B31-BCD6-4C4CF1C7A9BF}" dt="2025-11-15T05:13:50.969" v="404" actId="1076"/>
          <ac:cxnSpMkLst>
            <pc:docMk/>
            <pc:sldMk cId="2561284522" sldId="306"/>
            <ac:cxnSpMk id="2" creationId="{6BB796CF-7647-4220-B083-DAA0EC5F64C7}"/>
          </ac:cxnSpMkLst>
        </pc:cxnChg>
      </pc:sldChg>
      <pc:sldMasterChg chg="delSldLayout">
        <pc:chgData name="Abraham Anzules" userId="513fc605-227c-49ca-9d8e-8f6451e49c38" providerId="ADAL" clId="{F17FE3BA-B62B-4B31-BCD6-4C4CF1C7A9BF}" dt="2025-11-15T05:28:36.374" v="484" actId="47"/>
        <pc:sldMasterMkLst>
          <pc:docMk/>
          <pc:sldMasterMk cId="0" sldId="2147483659"/>
        </pc:sldMasterMkLst>
        <pc:sldLayoutChg chg="del">
          <pc:chgData name="Abraham Anzules" userId="513fc605-227c-49ca-9d8e-8f6451e49c38" providerId="ADAL" clId="{F17FE3BA-B62B-4B31-BCD6-4C4CF1C7A9BF}" dt="2025-11-15T05:28:36.374" v="484" actId="47"/>
          <pc:sldLayoutMkLst>
            <pc:docMk/>
            <pc:sldMasterMk cId="0" sldId="2147483659"/>
            <pc:sldLayoutMk cId="0" sldId="2147483658"/>
          </pc:sldLayoutMkLst>
        </pc:sldLayoutChg>
        <pc:sldLayoutChg chg="del">
          <pc:chgData name="Abraham Anzules" userId="513fc605-227c-49ca-9d8e-8f6451e49c38" providerId="ADAL" clId="{F17FE3BA-B62B-4B31-BCD6-4C4CF1C7A9BF}" dt="2025-11-15T04:35:41.573" v="45" actId="47"/>
          <pc:sldLayoutMkLst>
            <pc:docMk/>
            <pc:sldMasterMk cId="0" sldId="2147483659"/>
            <pc:sldLayoutMk cId="2521360664" sldId="2147483660"/>
          </pc:sldLayoutMkLst>
        </pc:sldLayoutChg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5740524-C5EC-491C-9AB4-AC7B6F5182FA}" type="doc">
      <dgm:prSet loTypeId="urn:microsoft.com/office/officeart/2008/layout/CaptionedPictures" loCatId="picture" qsTypeId="urn:microsoft.com/office/officeart/2005/8/quickstyle/simple3" qsCatId="simple" csTypeId="urn:microsoft.com/office/officeart/2005/8/colors/accent1_4" csCatId="accent1" phldr="1"/>
      <dgm:spPr/>
      <dgm:t>
        <a:bodyPr/>
        <a:lstStyle/>
        <a:p>
          <a:endParaRPr lang="es-EC"/>
        </a:p>
      </dgm:t>
    </dgm:pt>
    <dgm:pt modelId="{6A6C7D61-A241-4050-A61D-2EBB9E77DC7A}">
      <dgm:prSet phldrT="[Texto]" custT="1"/>
      <dgm:spPr/>
      <dgm:t>
        <a:bodyPr/>
        <a:lstStyle/>
        <a:p>
          <a:pPr algn="ctr"/>
          <a:r>
            <a:rPr lang="es-EC" sz="1200" dirty="0">
              <a:latin typeface="Raleway Black" pitchFamily="2" charset="0"/>
            </a:rPr>
            <a:t>Perfiles </a:t>
          </a:r>
        </a:p>
        <a:p>
          <a:pPr algn="ctr"/>
          <a:r>
            <a:rPr lang="es-EC" sz="1200" dirty="0">
              <a:latin typeface="Raleway Black" pitchFamily="2" charset="0"/>
            </a:rPr>
            <a:t>de clientes</a:t>
          </a:r>
        </a:p>
      </dgm:t>
    </dgm:pt>
    <dgm:pt modelId="{9C39CEB8-5156-4586-B348-A8C529C46564}" type="parTrans" cxnId="{359A271B-0541-4FF3-A6B6-D21CA0BFE2FD}">
      <dgm:prSet/>
      <dgm:spPr/>
      <dgm:t>
        <a:bodyPr/>
        <a:lstStyle/>
        <a:p>
          <a:endParaRPr lang="es-EC"/>
        </a:p>
      </dgm:t>
    </dgm:pt>
    <dgm:pt modelId="{C5F25FD6-053C-4CA4-B1B3-65D6F7EC9AA5}" type="sibTrans" cxnId="{359A271B-0541-4FF3-A6B6-D21CA0BFE2FD}">
      <dgm:prSet/>
      <dgm:spPr/>
      <dgm:t>
        <a:bodyPr/>
        <a:lstStyle/>
        <a:p>
          <a:endParaRPr lang="es-EC"/>
        </a:p>
      </dgm:t>
    </dgm:pt>
    <dgm:pt modelId="{D08E1025-9BEE-4689-B244-A6E5DB96AA26}">
      <dgm:prSet phldrT="[Texto]" custT="1"/>
      <dgm:spPr/>
      <dgm:t>
        <a:bodyPr/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1200" kern="1200" dirty="0">
            <a:latin typeface="Raleway Black" pitchFamily="2" charset="0"/>
            <a:ea typeface="+mn-ea"/>
            <a:cs typeface="+mn-cs"/>
          </a:endParaRP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latin typeface="Raleway Black" pitchFamily="2" charset="0"/>
              <a:ea typeface="+mn-ea"/>
              <a:cs typeface="+mn-cs"/>
            </a:rPr>
            <a:t>Productos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latin typeface="Raleway Black" pitchFamily="2" charset="0"/>
              <a:ea typeface="+mn-ea"/>
              <a:cs typeface="+mn-cs"/>
            </a:rPr>
            <a:t>Financieros</a:t>
          </a:r>
        </a:p>
        <a:p>
          <a:pPr marL="0"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2000" kern="1200" dirty="0"/>
        </a:p>
      </dgm:t>
    </dgm:pt>
    <dgm:pt modelId="{CD43F068-6F59-4421-925C-8161F7A9B24D}" type="parTrans" cxnId="{055A2D25-3C21-4457-A674-AD2976B438D3}">
      <dgm:prSet/>
      <dgm:spPr/>
      <dgm:t>
        <a:bodyPr/>
        <a:lstStyle/>
        <a:p>
          <a:endParaRPr lang="es-EC"/>
        </a:p>
      </dgm:t>
    </dgm:pt>
    <dgm:pt modelId="{275B4393-1BE7-45B4-ADCA-ACC51397A428}" type="sibTrans" cxnId="{055A2D25-3C21-4457-A674-AD2976B438D3}">
      <dgm:prSet/>
      <dgm:spPr/>
      <dgm:t>
        <a:bodyPr/>
        <a:lstStyle/>
        <a:p>
          <a:endParaRPr lang="es-EC"/>
        </a:p>
      </dgm:t>
    </dgm:pt>
    <dgm:pt modelId="{2396FE57-B381-40C7-BB74-1A1DC07CC66D}">
      <dgm:prSet phldrT="[Texto]" custT="1"/>
      <dgm:spPr/>
      <dgm:t>
        <a:bodyPr/>
        <a:lstStyle/>
        <a:p>
          <a:pPr algn="l"/>
          <a:endParaRPr lang="es-EC" sz="1200" kern="1200" dirty="0">
            <a:latin typeface="Raleway Black" pitchFamily="2" charset="0"/>
            <a:ea typeface="+mn-ea"/>
            <a:cs typeface="+mn-cs"/>
          </a:endParaRPr>
        </a:p>
        <a:p>
          <a:pPr algn="ctr"/>
          <a:r>
            <a:rPr lang="es-EC" sz="1200" kern="1200" dirty="0">
              <a:latin typeface="Raleway Black" pitchFamily="2" charset="0"/>
              <a:ea typeface="+mn-ea"/>
              <a:cs typeface="+mn-cs"/>
            </a:rPr>
            <a:t>Campañas</a:t>
          </a:r>
        </a:p>
        <a:p>
          <a:pPr algn="ctr"/>
          <a:r>
            <a:rPr lang="es-EC" sz="1200" kern="1200" dirty="0">
              <a:latin typeface="Raleway Black" pitchFamily="2" charset="0"/>
            </a:rPr>
            <a:t>Telefónicas</a:t>
          </a:r>
        </a:p>
        <a:p>
          <a:pPr algn="l"/>
          <a:endParaRPr lang="es-EC" sz="2000" kern="1200" dirty="0"/>
        </a:p>
      </dgm:t>
    </dgm:pt>
    <dgm:pt modelId="{83BB2E3A-6FCB-41E2-A4BC-E17F3E25B1E4}" type="parTrans" cxnId="{179CAC19-401F-4B81-9831-E234C57567AA}">
      <dgm:prSet/>
      <dgm:spPr/>
      <dgm:t>
        <a:bodyPr/>
        <a:lstStyle/>
        <a:p>
          <a:endParaRPr lang="es-EC"/>
        </a:p>
      </dgm:t>
    </dgm:pt>
    <dgm:pt modelId="{17B63E61-112F-41A8-85E4-294D35650175}" type="sibTrans" cxnId="{179CAC19-401F-4B81-9831-E234C57567AA}">
      <dgm:prSet/>
      <dgm:spPr/>
      <dgm:t>
        <a:bodyPr/>
        <a:lstStyle/>
        <a:p>
          <a:endParaRPr lang="es-EC"/>
        </a:p>
      </dgm:t>
    </dgm:pt>
    <dgm:pt modelId="{FE9A89F4-B8C5-4FC4-BE72-A0D251F36279}" type="pres">
      <dgm:prSet presAssocID="{45740524-C5EC-491C-9AB4-AC7B6F5182FA}" presName="Name0" presStyleCnt="0">
        <dgm:presLayoutVars>
          <dgm:chMax/>
          <dgm:chPref/>
          <dgm:dir/>
        </dgm:presLayoutVars>
      </dgm:prSet>
      <dgm:spPr/>
    </dgm:pt>
    <dgm:pt modelId="{580313C6-B5B8-4EDC-8829-3CC6EEEBCFBC}" type="pres">
      <dgm:prSet presAssocID="{6A6C7D61-A241-4050-A61D-2EBB9E77DC7A}" presName="composite" presStyleCnt="0">
        <dgm:presLayoutVars>
          <dgm:chMax val="1"/>
          <dgm:chPref val="1"/>
        </dgm:presLayoutVars>
      </dgm:prSet>
      <dgm:spPr/>
    </dgm:pt>
    <dgm:pt modelId="{761109B1-0C39-466F-A7BC-2B1810CD4249}" type="pres">
      <dgm:prSet presAssocID="{6A6C7D61-A241-4050-A61D-2EBB9E77DC7A}" presName="Accent" presStyleLbl="trAlignAcc1" presStyleIdx="0" presStyleCnt="3">
        <dgm:presLayoutVars>
          <dgm:chMax val="0"/>
          <dgm:chPref val="0"/>
        </dgm:presLayoutVars>
      </dgm:prSet>
      <dgm:spPr/>
    </dgm:pt>
    <dgm:pt modelId="{25E3C79E-3C0D-4195-976A-3566D31D5AAC}" type="pres">
      <dgm:prSet presAssocID="{6A6C7D61-A241-4050-A61D-2EBB9E77DC7A}" presName="Image" presStyleLbl="alignImgPlace1" presStyleIdx="0" presStyleCnt="3">
        <dgm:presLayoutVars>
          <dgm:chMax val="0"/>
          <dgm:chPref val="0"/>
        </dgm:presLayoutVars>
      </dgm:prSet>
      <dgm:spPr>
        <a:blipFill rotWithShape="1">
          <a:blip xmlns:r="http://schemas.openxmlformats.org/officeDocument/2006/relationships" r:embed="rId1"/>
          <a:srcRect/>
          <a:stretch>
            <a:fillRect l="-14000" r="-14000"/>
          </a:stretch>
        </a:blipFill>
      </dgm:spPr>
    </dgm:pt>
    <dgm:pt modelId="{51E1FF90-6EDD-4329-8E92-81F4E185402D}" type="pres">
      <dgm:prSet presAssocID="{6A6C7D61-A241-4050-A61D-2EBB9E77DC7A}" presName="ChildComposite" presStyleCnt="0"/>
      <dgm:spPr/>
    </dgm:pt>
    <dgm:pt modelId="{4B053E74-259E-4846-9C42-03CB6019A71D}" type="pres">
      <dgm:prSet presAssocID="{6A6C7D61-A241-4050-A61D-2EBB9E77DC7A}" presName="Child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96A6C16D-394A-40D3-986F-58DAE5BA9E8F}" type="pres">
      <dgm:prSet presAssocID="{6A6C7D61-A241-4050-A61D-2EBB9E77DC7A}" presName="Parent" presStyleLbl="revTx" presStyleIdx="0" presStyleCnt="3" custScaleY="71294" custLinFactNeighborX="-385" custLinFactNeighborY="-5452">
        <dgm:presLayoutVars>
          <dgm:chMax val="1"/>
          <dgm:chPref val="0"/>
          <dgm:bulletEnabled val="1"/>
        </dgm:presLayoutVars>
      </dgm:prSet>
      <dgm:spPr/>
    </dgm:pt>
    <dgm:pt modelId="{18D06643-39A7-4DAD-A4A0-DEF623C9DE85}" type="pres">
      <dgm:prSet presAssocID="{C5F25FD6-053C-4CA4-B1B3-65D6F7EC9AA5}" presName="sibTrans" presStyleCnt="0"/>
      <dgm:spPr/>
    </dgm:pt>
    <dgm:pt modelId="{0E022DB3-C1F1-48FE-8663-0FBDE96585A0}" type="pres">
      <dgm:prSet presAssocID="{D08E1025-9BEE-4689-B244-A6E5DB96AA26}" presName="composite" presStyleCnt="0">
        <dgm:presLayoutVars>
          <dgm:chMax val="1"/>
          <dgm:chPref val="1"/>
        </dgm:presLayoutVars>
      </dgm:prSet>
      <dgm:spPr/>
    </dgm:pt>
    <dgm:pt modelId="{305E9128-A8DF-4C2E-B1F1-660515E81A1B}" type="pres">
      <dgm:prSet presAssocID="{D08E1025-9BEE-4689-B244-A6E5DB96AA26}" presName="Accent" presStyleLbl="trAlignAcc1" presStyleIdx="1" presStyleCnt="3">
        <dgm:presLayoutVars>
          <dgm:chMax val="0"/>
          <dgm:chPref val="0"/>
        </dgm:presLayoutVars>
      </dgm:prSet>
      <dgm:spPr/>
    </dgm:pt>
    <dgm:pt modelId="{F9D4D53E-8761-4147-839F-184AD54A2867}" type="pres">
      <dgm:prSet presAssocID="{D08E1025-9BEE-4689-B244-A6E5DB96AA26}" presName="Image" presStyleLbl="alignImgPlace1" presStyleIdx="1" presStyleCnt="3">
        <dgm:presLayoutVars>
          <dgm:chMax val="0"/>
          <dgm:chPref val="0"/>
        </dgm:presLayoutVars>
      </dgm:prSet>
      <dgm:spPr>
        <a:blipFill rotWithShape="1">
          <a:blip xmlns:r="http://schemas.openxmlformats.org/officeDocument/2006/relationships" r:embed="rId2"/>
          <a:srcRect/>
          <a:stretch>
            <a:fillRect l="-35000" r="-35000"/>
          </a:stretch>
        </a:blipFill>
      </dgm:spPr>
    </dgm:pt>
    <dgm:pt modelId="{38123249-A8EF-4049-B9FB-35C2E331BC82}" type="pres">
      <dgm:prSet presAssocID="{D08E1025-9BEE-4689-B244-A6E5DB96AA26}" presName="ChildComposite" presStyleCnt="0"/>
      <dgm:spPr/>
    </dgm:pt>
    <dgm:pt modelId="{7EC601C2-E801-4D3C-815D-4A40467BB47E}" type="pres">
      <dgm:prSet presAssocID="{D08E1025-9BEE-4689-B244-A6E5DB96AA26}" presName="Child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50FB3D06-CEEA-434C-A0DF-7883A59D5C3D}" type="pres">
      <dgm:prSet presAssocID="{D08E1025-9BEE-4689-B244-A6E5DB96AA26}" presName="Parent" presStyleLbl="revTx" presStyleIdx="1" presStyleCnt="3" custScaleY="79174">
        <dgm:presLayoutVars>
          <dgm:chMax val="1"/>
          <dgm:chPref val="0"/>
          <dgm:bulletEnabled val="1"/>
        </dgm:presLayoutVars>
      </dgm:prSet>
      <dgm:spPr/>
    </dgm:pt>
    <dgm:pt modelId="{857A8BB2-C364-4A9F-AE1C-DA21DCE28FA0}" type="pres">
      <dgm:prSet presAssocID="{275B4393-1BE7-45B4-ADCA-ACC51397A428}" presName="sibTrans" presStyleCnt="0"/>
      <dgm:spPr/>
    </dgm:pt>
    <dgm:pt modelId="{89E52751-59C8-4FAC-B363-43BE5A1F5F66}" type="pres">
      <dgm:prSet presAssocID="{2396FE57-B381-40C7-BB74-1A1DC07CC66D}" presName="composite" presStyleCnt="0">
        <dgm:presLayoutVars>
          <dgm:chMax val="1"/>
          <dgm:chPref val="1"/>
        </dgm:presLayoutVars>
      </dgm:prSet>
      <dgm:spPr/>
    </dgm:pt>
    <dgm:pt modelId="{D9995EC7-069C-4C5D-BA6F-82A0C07180C1}" type="pres">
      <dgm:prSet presAssocID="{2396FE57-B381-40C7-BB74-1A1DC07CC66D}" presName="Accent" presStyleLbl="trAlignAcc1" presStyleIdx="2" presStyleCnt="3">
        <dgm:presLayoutVars>
          <dgm:chMax val="0"/>
          <dgm:chPref val="0"/>
        </dgm:presLayoutVars>
      </dgm:prSet>
      <dgm:spPr/>
    </dgm:pt>
    <dgm:pt modelId="{C989B5A1-2A99-48C4-B42B-23528DB36260}" type="pres">
      <dgm:prSet presAssocID="{2396FE57-B381-40C7-BB74-1A1DC07CC66D}" presName="Image" presStyleLbl="alignImgPlace1" presStyleIdx="2" presStyleCnt="3">
        <dgm:presLayoutVars>
          <dgm:chMax val="0"/>
          <dgm:chPref val="0"/>
        </dgm:presLayoutVars>
      </dgm:prSet>
      <dgm:spPr>
        <a:blipFill rotWithShape="1">
          <a:blip xmlns:r="http://schemas.openxmlformats.org/officeDocument/2006/relationships" r:embed="rId3"/>
          <a:srcRect/>
          <a:stretch>
            <a:fillRect l="-9000" r="-9000"/>
          </a:stretch>
        </a:blipFill>
      </dgm:spPr>
    </dgm:pt>
    <dgm:pt modelId="{F5E43F74-C4EE-4770-A393-2DB94DA9CDA8}" type="pres">
      <dgm:prSet presAssocID="{2396FE57-B381-40C7-BB74-1A1DC07CC66D}" presName="ChildComposite" presStyleCnt="0"/>
      <dgm:spPr/>
    </dgm:pt>
    <dgm:pt modelId="{E4B756E2-5013-49BF-B6EC-35340DF7AC28}" type="pres">
      <dgm:prSet presAssocID="{2396FE57-B381-40C7-BB74-1A1DC07CC66D}" presName="Child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9FFDDDD8-7DDA-4A63-9BBA-9D1DB5CF0D5E}" type="pres">
      <dgm:prSet presAssocID="{2396FE57-B381-40C7-BB74-1A1DC07CC66D}" presName="Parent" presStyleLbl="revTx" presStyleIdx="2" presStyleCnt="3">
        <dgm:presLayoutVars>
          <dgm:chMax val="1"/>
          <dgm:chPref val="0"/>
          <dgm:bulletEnabled val="1"/>
        </dgm:presLayoutVars>
      </dgm:prSet>
      <dgm:spPr/>
    </dgm:pt>
  </dgm:ptLst>
  <dgm:cxnLst>
    <dgm:cxn modelId="{179CAC19-401F-4B81-9831-E234C57567AA}" srcId="{45740524-C5EC-491C-9AB4-AC7B6F5182FA}" destId="{2396FE57-B381-40C7-BB74-1A1DC07CC66D}" srcOrd="2" destOrd="0" parTransId="{83BB2E3A-6FCB-41E2-A4BC-E17F3E25B1E4}" sibTransId="{17B63E61-112F-41A8-85E4-294D35650175}"/>
    <dgm:cxn modelId="{359A271B-0541-4FF3-A6B6-D21CA0BFE2FD}" srcId="{45740524-C5EC-491C-9AB4-AC7B6F5182FA}" destId="{6A6C7D61-A241-4050-A61D-2EBB9E77DC7A}" srcOrd="0" destOrd="0" parTransId="{9C39CEB8-5156-4586-B348-A8C529C46564}" sibTransId="{C5F25FD6-053C-4CA4-B1B3-65D6F7EC9AA5}"/>
    <dgm:cxn modelId="{055A2D25-3C21-4457-A674-AD2976B438D3}" srcId="{45740524-C5EC-491C-9AB4-AC7B6F5182FA}" destId="{D08E1025-9BEE-4689-B244-A6E5DB96AA26}" srcOrd="1" destOrd="0" parTransId="{CD43F068-6F59-4421-925C-8161F7A9B24D}" sibTransId="{275B4393-1BE7-45B4-ADCA-ACC51397A428}"/>
    <dgm:cxn modelId="{F1DDFF28-48C5-424E-8ACC-5F2424E97CDB}" type="presOf" srcId="{45740524-C5EC-491C-9AB4-AC7B6F5182FA}" destId="{FE9A89F4-B8C5-4FC4-BE72-A0D251F36279}" srcOrd="0" destOrd="0" presId="urn:microsoft.com/office/officeart/2008/layout/CaptionedPictures"/>
    <dgm:cxn modelId="{20D4C65F-FD75-477B-BFD1-7F3C45A33F9D}" type="presOf" srcId="{6A6C7D61-A241-4050-A61D-2EBB9E77DC7A}" destId="{96A6C16D-394A-40D3-986F-58DAE5BA9E8F}" srcOrd="0" destOrd="0" presId="urn:microsoft.com/office/officeart/2008/layout/CaptionedPictures"/>
    <dgm:cxn modelId="{98A15B82-8A18-4D71-93C3-F1E6893DF76B}" type="presOf" srcId="{D08E1025-9BEE-4689-B244-A6E5DB96AA26}" destId="{50FB3D06-CEEA-434C-A0DF-7883A59D5C3D}" srcOrd="0" destOrd="0" presId="urn:microsoft.com/office/officeart/2008/layout/CaptionedPictures"/>
    <dgm:cxn modelId="{64FF92A5-A9BF-4A63-92A3-AED884F6645D}" type="presOf" srcId="{2396FE57-B381-40C7-BB74-1A1DC07CC66D}" destId="{9FFDDDD8-7DDA-4A63-9BBA-9D1DB5CF0D5E}" srcOrd="0" destOrd="0" presId="urn:microsoft.com/office/officeart/2008/layout/CaptionedPictures"/>
    <dgm:cxn modelId="{C33D60A1-22F2-44CB-AEFC-BBB8CD91145A}" type="presParOf" srcId="{FE9A89F4-B8C5-4FC4-BE72-A0D251F36279}" destId="{580313C6-B5B8-4EDC-8829-3CC6EEEBCFBC}" srcOrd="0" destOrd="0" presId="urn:microsoft.com/office/officeart/2008/layout/CaptionedPictures"/>
    <dgm:cxn modelId="{4235C657-2E68-4914-9EA6-840DFCAF1479}" type="presParOf" srcId="{580313C6-B5B8-4EDC-8829-3CC6EEEBCFBC}" destId="{761109B1-0C39-466F-A7BC-2B1810CD4249}" srcOrd="0" destOrd="0" presId="urn:microsoft.com/office/officeart/2008/layout/CaptionedPictures"/>
    <dgm:cxn modelId="{BFA133CD-9461-4D90-82FB-568F5B663C20}" type="presParOf" srcId="{580313C6-B5B8-4EDC-8829-3CC6EEEBCFBC}" destId="{25E3C79E-3C0D-4195-976A-3566D31D5AAC}" srcOrd="1" destOrd="0" presId="urn:microsoft.com/office/officeart/2008/layout/CaptionedPictures"/>
    <dgm:cxn modelId="{A605AA18-8361-45BD-9B8D-B748DDAEB12D}" type="presParOf" srcId="{580313C6-B5B8-4EDC-8829-3CC6EEEBCFBC}" destId="{51E1FF90-6EDD-4329-8E92-81F4E185402D}" srcOrd="2" destOrd="0" presId="urn:microsoft.com/office/officeart/2008/layout/CaptionedPictures"/>
    <dgm:cxn modelId="{EBB27B8E-B628-4D9A-80F6-0B393DBD5C09}" type="presParOf" srcId="{51E1FF90-6EDD-4329-8E92-81F4E185402D}" destId="{4B053E74-259E-4846-9C42-03CB6019A71D}" srcOrd="0" destOrd="0" presId="urn:microsoft.com/office/officeart/2008/layout/CaptionedPictures"/>
    <dgm:cxn modelId="{9BCB527B-0717-4336-A65B-917C84A05421}" type="presParOf" srcId="{51E1FF90-6EDD-4329-8E92-81F4E185402D}" destId="{96A6C16D-394A-40D3-986F-58DAE5BA9E8F}" srcOrd="1" destOrd="0" presId="urn:microsoft.com/office/officeart/2008/layout/CaptionedPictures"/>
    <dgm:cxn modelId="{0D6B1F1A-D90E-4924-A3BF-345FA61299CC}" type="presParOf" srcId="{FE9A89F4-B8C5-4FC4-BE72-A0D251F36279}" destId="{18D06643-39A7-4DAD-A4A0-DEF623C9DE85}" srcOrd="1" destOrd="0" presId="urn:microsoft.com/office/officeart/2008/layout/CaptionedPictures"/>
    <dgm:cxn modelId="{029F24CA-A54F-422E-BFB4-96414B3F1BA7}" type="presParOf" srcId="{FE9A89F4-B8C5-4FC4-BE72-A0D251F36279}" destId="{0E022DB3-C1F1-48FE-8663-0FBDE96585A0}" srcOrd="2" destOrd="0" presId="urn:microsoft.com/office/officeart/2008/layout/CaptionedPictures"/>
    <dgm:cxn modelId="{0F4051BD-0BB7-4213-AB24-A2AAD33D5ABD}" type="presParOf" srcId="{0E022DB3-C1F1-48FE-8663-0FBDE96585A0}" destId="{305E9128-A8DF-4C2E-B1F1-660515E81A1B}" srcOrd="0" destOrd="0" presId="urn:microsoft.com/office/officeart/2008/layout/CaptionedPictures"/>
    <dgm:cxn modelId="{61CA49F8-F0EA-4D99-93FE-55A5E939A5F6}" type="presParOf" srcId="{0E022DB3-C1F1-48FE-8663-0FBDE96585A0}" destId="{F9D4D53E-8761-4147-839F-184AD54A2867}" srcOrd="1" destOrd="0" presId="urn:microsoft.com/office/officeart/2008/layout/CaptionedPictures"/>
    <dgm:cxn modelId="{7C338FAB-85EF-496E-9BC2-6CB931D84693}" type="presParOf" srcId="{0E022DB3-C1F1-48FE-8663-0FBDE96585A0}" destId="{38123249-A8EF-4049-B9FB-35C2E331BC82}" srcOrd="2" destOrd="0" presId="urn:microsoft.com/office/officeart/2008/layout/CaptionedPictures"/>
    <dgm:cxn modelId="{00AAAC33-4379-42AE-987B-175DBDD340E6}" type="presParOf" srcId="{38123249-A8EF-4049-B9FB-35C2E331BC82}" destId="{7EC601C2-E801-4D3C-815D-4A40467BB47E}" srcOrd="0" destOrd="0" presId="urn:microsoft.com/office/officeart/2008/layout/CaptionedPictures"/>
    <dgm:cxn modelId="{1DB66EBB-FE8B-4A3C-A26C-AC6AC4DF090C}" type="presParOf" srcId="{38123249-A8EF-4049-B9FB-35C2E331BC82}" destId="{50FB3D06-CEEA-434C-A0DF-7883A59D5C3D}" srcOrd="1" destOrd="0" presId="urn:microsoft.com/office/officeart/2008/layout/CaptionedPictures"/>
    <dgm:cxn modelId="{F521FB72-5524-418E-BFF8-D096B5EBB9DF}" type="presParOf" srcId="{FE9A89F4-B8C5-4FC4-BE72-A0D251F36279}" destId="{857A8BB2-C364-4A9F-AE1C-DA21DCE28FA0}" srcOrd="3" destOrd="0" presId="urn:microsoft.com/office/officeart/2008/layout/CaptionedPictures"/>
    <dgm:cxn modelId="{4C822C58-34CA-4297-AFC0-8E50D2AF6C62}" type="presParOf" srcId="{FE9A89F4-B8C5-4FC4-BE72-A0D251F36279}" destId="{89E52751-59C8-4FAC-B363-43BE5A1F5F66}" srcOrd="4" destOrd="0" presId="urn:microsoft.com/office/officeart/2008/layout/CaptionedPictures"/>
    <dgm:cxn modelId="{5F1BBAE3-EEDF-4FCA-B608-7ECA1D32DDA5}" type="presParOf" srcId="{89E52751-59C8-4FAC-B363-43BE5A1F5F66}" destId="{D9995EC7-069C-4C5D-BA6F-82A0C07180C1}" srcOrd="0" destOrd="0" presId="urn:microsoft.com/office/officeart/2008/layout/CaptionedPictures"/>
    <dgm:cxn modelId="{A0AF1D49-8ED4-4020-BF75-84818F3F01FC}" type="presParOf" srcId="{89E52751-59C8-4FAC-B363-43BE5A1F5F66}" destId="{C989B5A1-2A99-48C4-B42B-23528DB36260}" srcOrd="1" destOrd="0" presId="urn:microsoft.com/office/officeart/2008/layout/CaptionedPictures"/>
    <dgm:cxn modelId="{2BBF0CB5-4342-45CD-9014-2E48542D8B61}" type="presParOf" srcId="{89E52751-59C8-4FAC-B363-43BE5A1F5F66}" destId="{F5E43F74-C4EE-4770-A393-2DB94DA9CDA8}" srcOrd="2" destOrd="0" presId="urn:microsoft.com/office/officeart/2008/layout/CaptionedPictures"/>
    <dgm:cxn modelId="{85842D52-6CAC-4A6D-9594-98315CB3115D}" type="presParOf" srcId="{F5E43F74-C4EE-4770-A393-2DB94DA9CDA8}" destId="{E4B756E2-5013-49BF-B6EC-35340DF7AC28}" srcOrd="0" destOrd="0" presId="urn:microsoft.com/office/officeart/2008/layout/CaptionedPictures"/>
    <dgm:cxn modelId="{44135D23-5BF6-46CE-B468-A3176DEDD15B}" type="presParOf" srcId="{F5E43F74-C4EE-4770-A393-2DB94DA9CDA8}" destId="{9FFDDDD8-7DDA-4A63-9BBA-9D1DB5CF0D5E}" srcOrd="1" destOrd="0" presId="urn:microsoft.com/office/officeart/2008/layout/CaptionedPicture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1109B1-0C39-466F-A7BC-2B1810CD4249}">
      <dsp:nvSpPr>
        <dsp:cNvPr id="0" name=""/>
        <dsp:cNvSpPr/>
      </dsp:nvSpPr>
      <dsp:spPr>
        <a:xfrm>
          <a:off x="3097" y="576287"/>
          <a:ext cx="2078853" cy="2445710"/>
        </a:xfrm>
        <a:prstGeom prst="rect">
          <a:avLst/>
        </a:prstGeom>
        <a:solidFill>
          <a:schemeClr val="lt1">
            <a:alpha val="55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E3C79E-3C0D-4195-976A-3566D31D5AAC}">
      <dsp:nvSpPr>
        <dsp:cNvPr id="0" name=""/>
        <dsp:cNvSpPr/>
      </dsp:nvSpPr>
      <dsp:spPr>
        <a:xfrm>
          <a:off x="107040" y="674116"/>
          <a:ext cx="1870968" cy="1589711"/>
        </a:xfrm>
        <a:prstGeom prst="rect">
          <a:avLst/>
        </a:prstGeom>
        <a:blipFill rotWithShape="1">
          <a:blip xmlns:r="http://schemas.openxmlformats.org/officeDocument/2006/relationships" r:embed="rId1"/>
          <a:srcRect/>
          <a:stretch>
            <a:fillRect l="-14000" r="-14000"/>
          </a:stretch>
        </a:blip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96A6C16D-394A-40D3-986F-58DAE5BA9E8F}">
      <dsp:nvSpPr>
        <dsp:cNvPr id="0" name=""/>
        <dsp:cNvSpPr/>
      </dsp:nvSpPr>
      <dsp:spPr>
        <a:xfrm>
          <a:off x="99837" y="2322604"/>
          <a:ext cx="1870968" cy="4707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latin typeface="Raleway Black" pitchFamily="2" charset="0"/>
            </a:rPr>
            <a:t>Perfiles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latin typeface="Raleway Black" pitchFamily="2" charset="0"/>
            </a:rPr>
            <a:t>de clientes</a:t>
          </a:r>
        </a:p>
      </dsp:txBody>
      <dsp:txXfrm>
        <a:off x="99837" y="2322604"/>
        <a:ext cx="1870968" cy="470784"/>
      </dsp:txXfrm>
    </dsp:sp>
    <dsp:sp modelId="{305E9128-A8DF-4C2E-B1F1-660515E81A1B}">
      <dsp:nvSpPr>
        <dsp:cNvPr id="0" name=""/>
        <dsp:cNvSpPr/>
      </dsp:nvSpPr>
      <dsp:spPr>
        <a:xfrm>
          <a:off x="2573017" y="576287"/>
          <a:ext cx="2078853" cy="2445710"/>
        </a:xfrm>
        <a:prstGeom prst="rect">
          <a:avLst/>
        </a:prstGeom>
        <a:solidFill>
          <a:schemeClr val="lt1">
            <a:alpha val="55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D4D53E-8761-4147-839F-184AD54A2867}">
      <dsp:nvSpPr>
        <dsp:cNvPr id="0" name=""/>
        <dsp:cNvSpPr/>
      </dsp:nvSpPr>
      <dsp:spPr>
        <a:xfrm>
          <a:off x="2676960" y="674116"/>
          <a:ext cx="1870968" cy="1589711"/>
        </a:xfrm>
        <a:prstGeom prst="rect">
          <a:avLst/>
        </a:prstGeom>
        <a:blipFill rotWithShape="1">
          <a:blip xmlns:r="http://schemas.openxmlformats.org/officeDocument/2006/relationships" r:embed="rId2"/>
          <a:srcRect/>
          <a:stretch>
            <a:fillRect l="-35000" r="-35000"/>
          </a:stretch>
        </a:blip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50FB3D06-CEEA-434C-A0DF-7883A59D5C3D}">
      <dsp:nvSpPr>
        <dsp:cNvPr id="0" name=""/>
        <dsp:cNvSpPr/>
      </dsp:nvSpPr>
      <dsp:spPr>
        <a:xfrm>
          <a:off x="2676960" y="2332589"/>
          <a:ext cx="1870968" cy="5228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1200" kern="1200" dirty="0">
            <a:latin typeface="Raleway Black" pitchFamily="2" charset="0"/>
            <a:ea typeface="+mn-ea"/>
            <a:cs typeface="+mn-cs"/>
          </a:endParaRP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latin typeface="Raleway Black" pitchFamily="2" charset="0"/>
              <a:ea typeface="+mn-ea"/>
              <a:cs typeface="+mn-cs"/>
            </a:rPr>
            <a:t>Productos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latin typeface="Raleway Black" pitchFamily="2" charset="0"/>
              <a:ea typeface="+mn-ea"/>
              <a:cs typeface="+mn-cs"/>
            </a:rPr>
            <a:t>Financieros</a:t>
          </a:r>
        </a:p>
        <a:p>
          <a:pPr marL="0"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2000" kern="1200" dirty="0"/>
        </a:p>
      </dsp:txBody>
      <dsp:txXfrm>
        <a:off x="2676960" y="2332589"/>
        <a:ext cx="1870968" cy="522818"/>
      </dsp:txXfrm>
    </dsp:sp>
    <dsp:sp modelId="{D9995EC7-069C-4C5D-BA6F-82A0C07180C1}">
      <dsp:nvSpPr>
        <dsp:cNvPr id="0" name=""/>
        <dsp:cNvSpPr/>
      </dsp:nvSpPr>
      <dsp:spPr>
        <a:xfrm>
          <a:off x="5142937" y="576287"/>
          <a:ext cx="2078853" cy="2445710"/>
        </a:xfrm>
        <a:prstGeom prst="rect">
          <a:avLst/>
        </a:prstGeom>
        <a:solidFill>
          <a:schemeClr val="lt1">
            <a:alpha val="55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89B5A1-2A99-48C4-B42B-23528DB36260}">
      <dsp:nvSpPr>
        <dsp:cNvPr id="0" name=""/>
        <dsp:cNvSpPr/>
      </dsp:nvSpPr>
      <dsp:spPr>
        <a:xfrm>
          <a:off x="5246880" y="674116"/>
          <a:ext cx="1870968" cy="1589711"/>
        </a:xfrm>
        <a:prstGeom prst="rect">
          <a:avLst/>
        </a:prstGeom>
        <a:blipFill rotWithShape="1">
          <a:blip xmlns:r="http://schemas.openxmlformats.org/officeDocument/2006/relationships" r:embed="rId3"/>
          <a:srcRect/>
          <a:stretch>
            <a:fillRect l="-9000" r="-9000"/>
          </a:stretch>
        </a:blip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9FFDDDD8-7DDA-4A63-9BBA-9D1DB5CF0D5E}">
      <dsp:nvSpPr>
        <dsp:cNvPr id="0" name=""/>
        <dsp:cNvSpPr/>
      </dsp:nvSpPr>
      <dsp:spPr>
        <a:xfrm>
          <a:off x="5246880" y="2263827"/>
          <a:ext cx="1870968" cy="660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1200" kern="1200" dirty="0">
            <a:latin typeface="Raleway Black" pitchFamily="2" charset="0"/>
            <a:ea typeface="+mn-ea"/>
            <a:cs typeface="+mn-cs"/>
          </a:endParaRP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latin typeface="Raleway Black" pitchFamily="2" charset="0"/>
              <a:ea typeface="+mn-ea"/>
              <a:cs typeface="+mn-cs"/>
            </a:rPr>
            <a:t>Campañas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latin typeface="Raleway Black" pitchFamily="2" charset="0"/>
            </a:rPr>
            <a:t>Telefónicas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2000" kern="1200" dirty="0"/>
        </a:p>
      </dsp:txBody>
      <dsp:txXfrm>
        <a:off x="5246880" y="2263827"/>
        <a:ext cx="1870968" cy="6603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CaptionedPictures">
  <dgm:title val=""/>
  <dgm:desc val=""/>
  <dgm:catLst>
    <dgm:cat type="picture" pri="5000"/>
    <dgm:cat type="pictureconvert" pri="5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  <dgm:cxn modelId="90" srcId="0" destId="40" srcOrd="3" destOrd="0"/>
        <dgm:cxn modelId="42" srcId="40" destId="41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grDir" val="tR"/>
          <dgm:param type="off" val="ct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" op="equ"/>
      <dgm:constr type="primFontSz" for="des" forName="Child" refType="primFontSz" refFor="des" refForName="Parent" op="lte"/>
      <dgm:constr type="w" for="ch" forName="composite" refType="w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varLst>
          <dgm:chMax val="1"/>
          <dgm:chPref val="1"/>
        </dgm:varLst>
        <dgm:alg type="composite">
          <dgm:param type="ar" val="0.85"/>
        </dgm:alg>
        <dgm:shape xmlns:r="http://schemas.openxmlformats.org/officeDocument/2006/relationships" r:blip="">
          <dgm:adjLst/>
        </dgm:shape>
        <dgm:constrLst>
          <dgm:constr type="l" for="ch" forName="Accent" refType="w" fact="0"/>
          <dgm:constr type="t" for="ch" forName="Accent" refType="h" fact="0"/>
          <dgm:constr type="w" for="ch" forName="Accent" refType="w"/>
          <dgm:constr type="h" for="ch" forName="Accent" refType="h"/>
          <dgm:constr type="l" for="ch" forName="Image" refType="w" fact="0.05"/>
          <dgm:constr type="t" for="ch" forName="Image" refType="h" fact="0.04"/>
          <dgm:constr type="w" for="ch" forName="Image" refType="w" fact="0.9"/>
          <dgm:constr type="h" for="ch" forName="Image" refType="h" fact="0.65"/>
          <dgm:constr type="l" for="ch" forName="ChildComposite" refType="w" fact="0.05"/>
          <dgm:constr type="t" for="ch" forName="ChildComposite" refType="h" fact="0.69"/>
          <dgm:constr type="w" for="ch" forName="ChildComposite" refType="w" fact="0.9"/>
          <dgm:constr type="h" for="ch" forName="ChildComposite" refType="h" fact="0.27"/>
        </dgm:constrLst>
        <dgm:layoutNode name="Accent" styleLbl="trAlignAcc1">
          <dgm:varLst>
            <dgm:chMax val="0"/>
            <dgm:chPref val="0"/>
          </dgm:varLst>
          <dgm:alg type="sp"/>
          <dgm:shape xmlns:r="http://schemas.openxmlformats.org/officeDocument/2006/relationships" type="rect" r:blip="">
            <dgm:adjLst/>
          </dgm:shape>
          <dgm:presOf/>
        </dgm:layoutNode>
        <dgm:layoutNode name="Image" styleLbl="alignImgPlace1">
          <dgm:varLst>
            <dgm:chMax val="0"/>
            <dgm:chPref val="0"/>
          </dgm:varLst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ChildComposite">
          <dgm:alg type="composite"/>
          <dgm:shape xmlns:r="http://schemas.openxmlformats.org/officeDocument/2006/relationships" r:blip="">
            <dgm:adjLst/>
          </dgm:shape>
          <dgm:choose name="Name4">
            <dgm:if name="Name5" axis="ch" ptType="node" func="cnt" op="gte" val="1">
              <dgm:constrLst>
                <dgm:constr type="l" for="ch" forName="Parent" refType="w" fact="0"/>
                <dgm:constr type="t" for="ch" forName="Parent" refType="h" fact="0"/>
                <dgm:constr type="w" for="ch" forName="Parent" refType="w"/>
                <dgm:constr type="h" for="ch" forName="Parent" refType="h" fact="0.3704"/>
                <dgm:constr type="l" for="ch" forName="Child" refType="w" fact="0"/>
                <dgm:constr type="t" for="ch" forName="Child" refType="h" fact="0.3704"/>
                <dgm:constr type="w" for="ch" forName="Child" refType="w"/>
                <dgm:constr type="h" for="ch" forName="Child" refType="h" fact="0.6296"/>
              </dgm:constrLst>
            </dgm:if>
            <dgm:else name="Name6">
              <dgm:constrLst>
                <dgm:constr type="l" for="ch" forName="Parent" refType="w" fact="0"/>
                <dgm:constr type="t" for="ch" forName="Parent" refType="h" fact="0"/>
                <dgm:constr type="w" for="ch" forName="Parent" refType="w"/>
                <dgm:constr type="h" for="ch" forName="Parent" refType="h"/>
                <dgm:constr type="l" for="ch" forName="Child" refType="w" fact="0"/>
                <dgm:constr type="t" for="ch" forName="Child" refType="h" fact="0"/>
                <dgm:constr type="w" for="ch" forName="Child" refType="w" fact="0"/>
                <dgm:constr type="h" for="ch" forName="Child" refType="h" fact="0"/>
              </dgm:constrLst>
            </dgm:else>
          </dgm:choose>
          <dgm:layoutNode name="Child" styleLbl="node1">
            <dgm:varLst>
              <dgm:chMax val="0"/>
              <dgm:chPref val="0"/>
              <dgm:bulletEnabled val="1"/>
            </dgm:varLst>
            <dgm:choose name="Name7">
              <dgm:if name="Name8" axis="ch" ptType="node" func="cnt" op="gt" val="1">
                <dgm:alg type="tx">
                  <dgm:param type="parTxLTRAlign" val="l"/>
                  <dgm:param type="parTxRTLAlign" val="r"/>
                  <dgm:param type="txAnchorVert" val="mid"/>
                  <dgm:param type="txAnchorVertCh" val="mid"/>
                </dgm:alg>
              </dgm:if>
              <dgm:else name="Name9">
                <dgm:alg type="tx">
                  <dgm:param type="parTxLTRAlign" val="ctr"/>
                  <dgm:param type="parTxRTLAlign" val="ctr"/>
                  <dgm:param type="shpTxLTRAlignCh" val="l"/>
                  <dgm:param type="shpTxRTLAlignCh" val="r"/>
                  <dgm:param type="txAnchorVert" val="mid"/>
                  <dgm:param type="txAnchorVertCh" val="mid"/>
                </dgm:alg>
              </dgm:else>
            </dgm:choose>
            <dgm:choose name="Name10">
              <dgm:if name="Name11" axis="ch" ptType="node" func="cnt" op="gte" val="1">
                <dgm:shape xmlns:r="http://schemas.openxmlformats.org/officeDocument/2006/relationships" type="rect" r:blip="">
                  <dgm:adjLst/>
                </dgm:shape>
              </dgm:if>
              <dgm:else name="Name12">
                <dgm:shape xmlns:r="http://schemas.openxmlformats.org/officeDocument/2006/relationships" type="rect" r:blip="" hideGeom="1">
                  <dgm:adjLst/>
                </dgm:shape>
              </dgm:else>
            </dgm:choose>
            <dgm:choose name="Name13">
              <dgm:if name="Name14" axis="ch" ptType="node" func="cnt" op="gte" val="1">
                <dgm:presOf axis="des" ptType="node"/>
              </dgm:if>
              <dgm:else name="Name15">
                <dgm:presOf/>
              </dgm:else>
            </dgm:choose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Parent" styleLbl="revTx">
            <dgm:varLst>
              <dgm:chMax val="1"/>
              <dgm:chPref val="0"/>
              <dgm:bulletEnabled val="1"/>
            </dgm:varLst>
            <dgm:alg type="tx">
              <dgm:param type="shpTxLTRAlignCh" val="ctr"/>
              <dgm:param type="txAnchorVert" val="mid"/>
            </dgm:alg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EC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C"/>
          </a:p>
        </p:txBody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C"/>
              <a:t>"Por ello, les presentamos nuestro proyecto titulado 'Automatización al Rescate: La Revolución Documental en el </a:t>
            </a:r>
            <a:r>
              <a:rPr lang="es-EC" err="1"/>
              <a:t>area</a:t>
            </a:r>
            <a:r>
              <a:rPr lang="es-EC"/>
              <a:t> financiera del Terminal Terrestre de Guayaquil'. 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C"/>
          </a:p>
        </p:txBody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57022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jpeg"/><Relationship Id="rId7" Type="http://schemas.openxmlformats.org/officeDocument/2006/relationships/diagramColors" Target="../diagrams/colors1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rcRect b="1545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1973000" y="2623063"/>
            <a:ext cx="51980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800" dirty="0">
                <a:solidFill>
                  <a:srgbClr val="000A25"/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  <a:latin typeface="+mj-lt"/>
              </a:rPr>
              <a:t>Grupo #1</a:t>
            </a:r>
            <a:endParaRPr sz="1800" dirty="0">
              <a:solidFill>
                <a:srgbClr val="000A25"/>
              </a:solidFill>
              <a:effectLst>
                <a:glow rad="228600">
                  <a:schemeClr val="accent6">
                    <a:satMod val="175000"/>
                    <a:alpha val="40000"/>
                  </a:schemeClr>
                </a:glow>
              </a:effectLst>
              <a:latin typeface="+mj-lt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9E7E280-9250-ACDD-E64D-4FB59010088A}"/>
              </a:ext>
            </a:extLst>
          </p:cNvPr>
          <p:cNvSpPr txBox="1"/>
          <p:nvPr/>
        </p:nvSpPr>
        <p:spPr>
          <a:xfrm>
            <a:off x="2921628" y="178490"/>
            <a:ext cx="33007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b="1" dirty="0" err="1">
                <a:latin typeface="Agency FB" panose="020B0503020202020204" pitchFamily="34" charset="0"/>
              </a:rPr>
              <a:t>Phyton</a:t>
            </a:r>
            <a:r>
              <a:rPr lang="es-MX" sz="2000" b="1" dirty="0">
                <a:latin typeface="Agency FB" panose="020B0503020202020204" pitchFamily="34" charset="0"/>
              </a:rPr>
              <a:t> </a:t>
            </a:r>
            <a:r>
              <a:rPr lang="es-MX" sz="2000" b="1" dirty="0" err="1">
                <a:latin typeface="Agency FB" panose="020B0503020202020204" pitchFamily="34" charset="0"/>
              </a:rPr>
              <a:t>for</a:t>
            </a:r>
            <a:r>
              <a:rPr lang="es-MX" sz="2000" b="1" dirty="0">
                <a:latin typeface="Agency FB" panose="020B0503020202020204" pitchFamily="34" charset="0"/>
              </a:rPr>
              <a:t> Data </a:t>
            </a:r>
            <a:r>
              <a:rPr lang="es-MX" sz="2000" b="1" dirty="0" err="1">
                <a:latin typeface="Agency FB" panose="020B0503020202020204" pitchFamily="34" charset="0"/>
              </a:rPr>
              <a:t>Analytics</a:t>
            </a:r>
            <a:endParaRPr lang="es-EC" sz="2000" b="1" dirty="0">
              <a:latin typeface="Agency FB" panose="020B0503020202020204" pitchFamily="34" charset="0"/>
            </a:endParaRPr>
          </a:p>
        </p:txBody>
      </p:sp>
      <p:sp>
        <p:nvSpPr>
          <p:cNvPr id="8" name="Rectangle 23">
            <a:extLst>
              <a:ext uri="{FF2B5EF4-FFF2-40B4-BE49-F238E27FC236}">
                <a16:creationId xmlns:a16="http://schemas.microsoft.com/office/drawing/2014/main" id="{8A19549C-0FC0-F0BA-378F-5456783E06AA}"/>
              </a:ext>
            </a:extLst>
          </p:cNvPr>
          <p:cNvSpPr/>
          <p:nvPr/>
        </p:nvSpPr>
        <p:spPr>
          <a:xfrm>
            <a:off x="2815750" y="1284235"/>
            <a:ext cx="3512500" cy="13388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C" sz="4050" b="1" spc="225" dirty="0">
                <a:solidFill>
                  <a:schemeClr val="bg1"/>
                </a:solidFill>
                <a:effectLst>
                  <a:outerShdw blurRad="292100" sx="102000" sy="102000" algn="ctr" rotWithShape="0">
                    <a:prstClr val="black">
                      <a:alpha val="52000"/>
                    </a:prstClr>
                  </a:outerShdw>
                </a:effectLst>
                <a:latin typeface="Montserrat" panose="00000500000000000000" pitchFamily="2" charset="0"/>
              </a:rPr>
              <a:t>Project </a:t>
            </a:r>
            <a:br>
              <a:rPr lang="es-EC" sz="4050" b="1" spc="225" dirty="0">
                <a:solidFill>
                  <a:schemeClr val="bg1"/>
                </a:solidFill>
                <a:effectLst>
                  <a:outerShdw blurRad="292100" sx="102000" sy="102000" algn="ctr" rotWithShape="0">
                    <a:prstClr val="black">
                      <a:alpha val="52000"/>
                    </a:prstClr>
                  </a:outerShdw>
                </a:effectLst>
                <a:latin typeface="Montserrat" panose="00000500000000000000" pitchFamily="2" charset="0"/>
              </a:rPr>
            </a:br>
            <a:r>
              <a:rPr lang="es-EC" sz="4050" b="1" spc="225" dirty="0">
                <a:solidFill>
                  <a:schemeClr val="bg1"/>
                </a:solidFill>
                <a:effectLst>
                  <a:outerShdw blurRad="292100" sx="102000" sy="102000" algn="ctr" rotWithShape="0">
                    <a:prstClr val="black">
                      <a:alpha val="52000"/>
                    </a:prstClr>
                  </a:outerShdw>
                </a:effectLst>
                <a:latin typeface="Montserrat" panose="00000500000000000000" pitchFamily="2" charset="0"/>
              </a:rPr>
              <a:t>SmartBank</a:t>
            </a:r>
            <a:endParaRPr lang="en-LT" sz="4050" b="1" spc="225" dirty="0">
              <a:solidFill>
                <a:schemeClr val="bg1"/>
              </a:solidFill>
              <a:effectLst>
                <a:outerShdw blurRad="292100" sx="102000" sy="102000" algn="ctr" rotWithShape="0">
                  <a:prstClr val="black">
                    <a:alpha val="52000"/>
                  </a:prstClr>
                </a:outerShdw>
              </a:effectLst>
              <a:latin typeface="Montserrat" panose="00000500000000000000" pitchFamily="2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E566A50-4555-5B62-293F-ED7B29DE2A82}"/>
              </a:ext>
            </a:extLst>
          </p:cNvPr>
          <p:cNvSpPr txBox="1"/>
          <p:nvPr/>
        </p:nvSpPr>
        <p:spPr>
          <a:xfrm>
            <a:off x="2921628" y="3252354"/>
            <a:ext cx="33007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solidFill>
                  <a:schemeClr val="bg1"/>
                </a:solidFill>
                <a:latin typeface="Agency FB" panose="020B0503020202020204" pitchFamily="34" charset="0"/>
              </a:rPr>
              <a:t>Anzules Abraham</a:t>
            </a:r>
          </a:p>
          <a:p>
            <a:pPr algn="ctr"/>
            <a:r>
              <a:rPr lang="es-MX" sz="1800" b="1" dirty="0">
                <a:solidFill>
                  <a:schemeClr val="bg1"/>
                </a:solidFill>
                <a:latin typeface="Agency FB" panose="020B0503020202020204" pitchFamily="34" charset="0"/>
              </a:rPr>
              <a:t>Baños Christell</a:t>
            </a:r>
          </a:p>
          <a:p>
            <a:pPr algn="ctr"/>
            <a:r>
              <a:rPr lang="es-MX" sz="1800" b="1" dirty="0">
                <a:solidFill>
                  <a:schemeClr val="bg1"/>
                </a:solidFill>
                <a:latin typeface="Agency FB" panose="020B0503020202020204" pitchFamily="34" charset="0"/>
              </a:rPr>
              <a:t>Barona Eduardo</a:t>
            </a:r>
            <a:endParaRPr lang="es-EC" sz="1800" b="1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83;p16">
            <a:hlinkClick r:id="rId2" action="ppaction://hlinksldjump"/>
            <a:extLst>
              <a:ext uri="{FF2B5EF4-FFF2-40B4-BE49-F238E27FC236}">
                <a16:creationId xmlns:a16="http://schemas.microsoft.com/office/drawing/2014/main" id="{2FDF47DF-13F9-8075-20A1-BD3E70DF5E3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14843"/>
          <a:stretch/>
        </p:blipFill>
        <p:spPr>
          <a:xfrm>
            <a:off x="0" y="0"/>
            <a:ext cx="9144000" cy="438008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" name="Diagrama 4">
            <a:hlinkClick r:id="rId2" action="ppaction://hlinksldjump"/>
            <a:extLst>
              <a:ext uri="{FF2B5EF4-FFF2-40B4-BE49-F238E27FC236}">
                <a16:creationId xmlns:a16="http://schemas.microsoft.com/office/drawing/2014/main" id="{F60A2507-0529-973D-225E-6419D95413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3476386"/>
              </p:ext>
            </p:extLst>
          </p:nvPr>
        </p:nvGraphicFramePr>
        <p:xfrm>
          <a:off x="959555" y="763411"/>
          <a:ext cx="7224889" cy="35982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2" name="Rectangle 10">
            <a:extLst>
              <a:ext uri="{FF2B5EF4-FFF2-40B4-BE49-F238E27FC236}">
                <a16:creationId xmlns:a16="http://schemas.microsoft.com/office/drawing/2014/main" id="{5CA8F386-1EED-47DF-A663-7C7C629531F6}"/>
              </a:ext>
            </a:extLst>
          </p:cNvPr>
          <p:cNvSpPr/>
          <p:nvPr/>
        </p:nvSpPr>
        <p:spPr>
          <a:xfrm>
            <a:off x="2904587" y="466332"/>
            <a:ext cx="3334824" cy="630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C" sz="3500" b="1" spc="-113" dirty="0">
                <a:solidFill>
                  <a:schemeClr val="tx1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latin typeface="Agency FB" panose="020B0503020202020204" pitchFamily="34" charset="0"/>
              </a:rPr>
              <a:t>Contexto del Problema</a:t>
            </a:r>
            <a:endParaRPr lang="en-LT" sz="3500" b="1" spc="-113" dirty="0">
              <a:solidFill>
                <a:schemeClr val="tx1"/>
              </a:solidFill>
              <a:effectLst>
                <a:outerShdw blurRad="419100" sx="102000" sy="102000" algn="ctr" rotWithShape="0">
                  <a:prstClr val="black">
                    <a:alpha val="29000"/>
                  </a:prstClr>
                </a:outerShdw>
              </a:effectLst>
              <a:latin typeface="Agency FB" panose="020B0503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A6836BA-D54D-D937-4D24-DFA3549846F0}"/>
              </a:ext>
            </a:extLst>
          </p:cNvPr>
          <p:cNvSpPr/>
          <p:nvPr/>
        </p:nvSpPr>
        <p:spPr>
          <a:xfrm>
            <a:off x="-28800" y="4544021"/>
            <a:ext cx="9201600" cy="6048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2039655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6E19B-FDE9-CEFC-B310-78A82B93A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0">
            <a:extLst>
              <a:ext uri="{FF2B5EF4-FFF2-40B4-BE49-F238E27FC236}">
                <a16:creationId xmlns:a16="http://schemas.microsoft.com/office/drawing/2014/main" id="{C08B5AB4-DE9B-6868-2C4D-ECF2CB4774E8}"/>
              </a:ext>
            </a:extLst>
          </p:cNvPr>
          <p:cNvSpPr/>
          <p:nvPr/>
        </p:nvSpPr>
        <p:spPr>
          <a:xfrm>
            <a:off x="372524" y="66235"/>
            <a:ext cx="8361076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C" sz="3500" b="1" spc="-113" dirty="0" err="1">
                <a:solidFill>
                  <a:schemeClr val="tx1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latin typeface="Agency FB" panose="020B0503020202020204" pitchFamily="34" charset="0"/>
              </a:rPr>
              <a:t>Insight</a:t>
            </a:r>
            <a:r>
              <a:rPr lang="es-EC" sz="3500" b="1" spc="-113" dirty="0">
                <a:solidFill>
                  <a:schemeClr val="tx1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latin typeface="Agency FB" panose="020B0503020202020204" pitchFamily="34" charset="0"/>
              </a:rPr>
              <a:t> 1: Perfil del cliente con mayor aceptación</a:t>
            </a:r>
            <a:endParaRPr lang="en-LT" sz="3500" b="1" spc="-113" dirty="0">
              <a:solidFill>
                <a:schemeClr val="tx1"/>
              </a:solidFill>
              <a:effectLst>
                <a:outerShdw blurRad="419100" sx="102000" sy="102000" algn="ctr" rotWithShape="0">
                  <a:prstClr val="black">
                    <a:alpha val="29000"/>
                  </a:prstClr>
                </a:outerShdw>
              </a:effectLst>
              <a:latin typeface="Agency FB" panose="020B0503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F0014D4-C739-E48F-5DEF-9705ABD887A0}"/>
              </a:ext>
            </a:extLst>
          </p:cNvPr>
          <p:cNvSpPr/>
          <p:nvPr/>
        </p:nvSpPr>
        <p:spPr>
          <a:xfrm>
            <a:off x="-28800" y="4544021"/>
            <a:ext cx="9201600" cy="6048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BFB6F0E-E196-A02B-B845-9FF6A041D3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642" y="976762"/>
            <a:ext cx="3439007" cy="3189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CB9B69B4-0A97-3C2E-1CCE-49FEBA9327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3062" y="1074461"/>
            <a:ext cx="4161600" cy="2951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95526FCC-F9F5-CA60-6443-6F1B1E2E9671}"/>
              </a:ext>
            </a:extLst>
          </p:cNvPr>
          <p:cNvCxnSpPr/>
          <p:nvPr/>
        </p:nvCxnSpPr>
        <p:spPr>
          <a:xfrm>
            <a:off x="4312800" y="811314"/>
            <a:ext cx="0" cy="347760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62502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248F2-6A59-8D89-B11D-EF8B62386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0">
            <a:extLst>
              <a:ext uri="{FF2B5EF4-FFF2-40B4-BE49-F238E27FC236}">
                <a16:creationId xmlns:a16="http://schemas.microsoft.com/office/drawing/2014/main" id="{18DBB17E-950B-2E98-BC03-343AC346CBF3}"/>
              </a:ext>
            </a:extLst>
          </p:cNvPr>
          <p:cNvSpPr/>
          <p:nvPr/>
        </p:nvSpPr>
        <p:spPr>
          <a:xfrm>
            <a:off x="372524" y="66235"/>
            <a:ext cx="8361076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C" sz="3500" b="1" spc="-113" dirty="0" err="1">
                <a:solidFill>
                  <a:schemeClr val="tx1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latin typeface="Agency FB" panose="020B0503020202020204" pitchFamily="34" charset="0"/>
              </a:rPr>
              <a:t>Insight</a:t>
            </a:r>
            <a:r>
              <a:rPr lang="es-EC" sz="3500" b="1" spc="-113" dirty="0">
                <a:solidFill>
                  <a:schemeClr val="tx1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latin typeface="Agency FB" panose="020B0503020202020204" pitchFamily="34" charset="0"/>
              </a:rPr>
              <a:t> 2: Influencia tiempo de llamada en la respuesta</a:t>
            </a:r>
            <a:endParaRPr lang="en-LT" sz="3500" b="1" spc="-113" dirty="0">
              <a:solidFill>
                <a:schemeClr val="tx1"/>
              </a:solidFill>
              <a:effectLst>
                <a:outerShdw blurRad="419100" sx="102000" sy="102000" algn="ctr" rotWithShape="0">
                  <a:prstClr val="black">
                    <a:alpha val="29000"/>
                  </a:prstClr>
                </a:outerShdw>
              </a:effectLst>
              <a:latin typeface="Agency FB" panose="020B0503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3AB8C41-7828-6790-A733-58E330D28C31}"/>
              </a:ext>
            </a:extLst>
          </p:cNvPr>
          <p:cNvSpPr/>
          <p:nvPr/>
        </p:nvSpPr>
        <p:spPr>
          <a:xfrm>
            <a:off x="-28800" y="4544021"/>
            <a:ext cx="9201600" cy="6048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A3B47058-1859-52AC-B5D3-15414ECCDC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724" y="892145"/>
            <a:ext cx="3723542" cy="3359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038460A2-9B7B-CE4B-711A-CCCD86F298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9805" y="885619"/>
            <a:ext cx="2223389" cy="3587471"/>
          </a:xfrm>
          <a:prstGeom prst="rect">
            <a:avLst/>
          </a:prstGeom>
        </p:spPr>
      </p:pic>
      <p:sp>
        <p:nvSpPr>
          <p:cNvPr id="5" name="Flecha: a la derecha 4">
            <a:extLst>
              <a:ext uri="{FF2B5EF4-FFF2-40B4-BE49-F238E27FC236}">
                <a16:creationId xmlns:a16="http://schemas.microsoft.com/office/drawing/2014/main" id="{E3148D19-DF76-F85D-0D75-F0597F0230D1}"/>
              </a:ext>
            </a:extLst>
          </p:cNvPr>
          <p:cNvSpPr/>
          <p:nvPr/>
        </p:nvSpPr>
        <p:spPr>
          <a:xfrm>
            <a:off x="4446003" y="1994005"/>
            <a:ext cx="813600" cy="685350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61511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49859-741B-5170-5732-38747A916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0">
            <a:extLst>
              <a:ext uri="{FF2B5EF4-FFF2-40B4-BE49-F238E27FC236}">
                <a16:creationId xmlns:a16="http://schemas.microsoft.com/office/drawing/2014/main" id="{760CF5B8-B42A-42D7-59A2-F3D9001AC6C3}"/>
              </a:ext>
            </a:extLst>
          </p:cNvPr>
          <p:cNvSpPr/>
          <p:nvPr/>
        </p:nvSpPr>
        <p:spPr>
          <a:xfrm>
            <a:off x="372524" y="66235"/>
            <a:ext cx="8361076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C" sz="3500" b="1" spc="-113" dirty="0" err="1">
                <a:solidFill>
                  <a:schemeClr val="tx1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latin typeface="Agency FB" panose="020B0503020202020204" pitchFamily="34" charset="0"/>
              </a:rPr>
              <a:t>Insight</a:t>
            </a:r>
            <a:r>
              <a:rPr lang="es-EC" sz="3500" b="1" spc="-113" dirty="0">
                <a:solidFill>
                  <a:schemeClr val="tx1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latin typeface="Agency FB" panose="020B0503020202020204" pitchFamily="34" charset="0"/>
              </a:rPr>
              <a:t> 3: Meses potenciales de aceptación</a:t>
            </a:r>
            <a:endParaRPr lang="en-LT" sz="3500" b="1" spc="-113" dirty="0">
              <a:solidFill>
                <a:schemeClr val="tx1"/>
              </a:solidFill>
              <a:effectLst>
                <a:outerShdw blurRad="419100" sx="102000" sy="102000" algn="ctr" rotWithShape="0">
                  <a:prstClr val="black">
                    <a:alpha val="29000"/>
                  </a:prstClr>
                </a:outerShdw>
              </a:effectLst>
              <a:latin typeface="Agency FB" panose="020B0503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F440795-2D8F-6A0F-2BC1-6684F5F9C62F}"/>
              </a:ext>
            </a:extLst>
          </p:cNvPr>
          <p:cNvSpPr/>
          <p:nvPr/>
        </p:nvSpPr>
        <p:spPr>
          <a:xfrm>
            <a:off x="-28800" y="4544021"/>
            <a:ext cx="9201600" cy="6048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47DD73D0-015E-40A2-6032-826F072481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448" y="770806"/>
            <a:ext cx="7259228" cy="3601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98983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DBB55-1A19-8727-F1CB-954048DAD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0">
            <a:extLst>
              <a:ext uri="{FF2B5EF4-FFF2-40B4-BE49-F238E27FC236}">
                <a16:creationId xmlns:a16="http://schemas.microsoft.com/office/drawing/2014/main" id="{CAB4A63F-D1E2-5DA4-3D5F-EB8D5F985990}"/>
              </a:ext>
            </a:extLst>
          </p:cNvPr>
          <p:cNvSpPr/>
          <p:nvPr/>
        </p:nvSpPr>
        <p:spPr>
          <a:xfrm>
            <a:off x="372524" y="66235"/>
            <a:ext cx="8361076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C" sz="3500" b="1" spc="-113" dirty="0" err="1">
                <a:solidFill>
                  <a:schemeClr val="tx1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latin typeface="Agency FB" panose="020B0503020202020204" pitchFamily="34" charset="0"/>
              </a:rPr>
              <a:t>Insight</a:t>
            </a:r>
            <a:r>
              <a:rPr lang="es-EC" sz="3500" b="1" spc="-113" dirty="0">
                <a:solidFill>
                  <a:schemeClr val="tx1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latin typeface="Agency FB" panose="020B0503020202020204" pitchFamily="34" charset="0"/>
              </a:rPr>
              <a:t> 4: Rango de edad con mayor probabilidad de éxito</a:t>
            </a:r>
            <a:endParaRPr lang="en-LT" sz="3500" b="1" spc="-113" dirty="0">
              <a:solidFill>
                <a:schemeClr val="tx1"/>
              </a:solidFill>
              <a:effectLst>
                <a:outerShdw blurRad="419100" sx="102000" sy="102000" algn="ctr" rotWithShape="0">
                  <a:prstClr val="black">
                    <a:alpha val="29000"/>
                  </a:prstClr>
                </a:outerShdw>
              </a:effectLst>
              <a:latin typeface="Agency FB" panose="020B0503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EF6D305-3B72-C61F-D6B7-6A9D7162D915}"/>
              </a:ext>
            </a:extLst>
          </p:cNvPr>
          <p:cNvSpPr/>
          <p:nvPr/>
        </p:nvSpPr>
        <p:spPr>
          <a:xfrm>
            <a:off x="-28800" y="4544021"/>
            <a:ext cx="9201600" cy="6048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5" name="Imagen 4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A08B2241-A513-09A3-66AD-A129A7F4A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113" y="732849"/>
            <a:ext cx="6505898" cy="377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2940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75B79-EE7F-E0C0-4283-62169CC90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0">
            <a:extLst>
              <a:ext uri="{FF2B5EF4-FFF2-40B4-BE49-F238E27FC236}">
                <a16:creationId xmlns:a16="http://schemas.microsoft.com/office/drawing/2014/main" id="{C4A5440F-FF88-5CD0-CF77-EA941EBDECEC}"/>
              </a:ext>
            </a:extLst>
          </p:cNvPr>
          <p:cNvSpPr/>
          <p:nvPr/>
        </p:nvSpPr>
        <p:spPr>
          <a:xfrm>
            <a:off x="372524" y="66235"/>
            <a:ext cx="8361076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C" sz="3500" b="1" spc="-113" dirty="0" err="1">
                <a:solidFill>
                  <a:schemeClr val="tx1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latin typeface="Agency FB" panose="020B0503020202020204" pitchFamily="34" charset="0"/>
              </a:rPr>
              <a:t>Insight</a:t>
            </a:r>
            <a:r>
              <a:rPr lang="es-EC" sz="3500" b="1" spc="-113" dirty="0">
                <a:solidFill>
                  <a:schemeClr val="tx1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latin typeface="Agency FB" panose="020B0503020202020204" pitchFamily="34" charset="0"/>
              </a:rPr>
              <a:t> 5: Medio y frecuencia de contacto</a:t>
            </a:r>
            <a:endParaRPr lang="en-LT" sz="3500" b="1" spc="-113" dirty="0">
              <a:solidFill>
                <a:schemeClr val="tx1"/>
              </a:solidFill>
              <a:effectLst>
                <a:outerShdw blurRad="419100" sx="102000" sy="102000" algn="ctr" rotWithShape="0">
                  <a:prstClr val="black">
                    <a:alpha val="29000"/>
                  </a:prstClr>
                </a:outerShdw>
              </a:effectLst>
              <a:latin typeface="Agency FB" panose="020B0503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8097F6C-DEF0-15EE-8267-9E0FEBD4A914}"/>
              </a:ext>
            </a:extLst>
          </p:cNvPr>
          <p:cNvSpPr/>
          <p:nvPr/>
        </p:nvSpPr>
        <p:spPr>
          <a:xfrm>
            <a:off x="-28800" y="4544021"/>
            <a:ext cx="9201600" cy="6048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6BB796CF-7647-4220-B083-DAA0EC5F64C7}"/>
              </a:ext>
            </a:extLst>
          </p:cNvPr>
          <p:cNvCxnSpPr/>
          <p:nvPr/>
        </p:nvCxnSpPr>
        <p:spPr>
          <a:xfrm>
            <a:off x="4060800" y="832950"/>
            <a:ext cx="0" cy="347760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4" name="Picture 4">
            <a:extLst>
              <a:ext uri="{FF2B5EF4-FFF2-40B4-BE49-F238E27FC236}">
                <a16:creationId xmlns:a16="http://schemas.microsoft.com/office/drawing/2014/main" id="{594928CF-B9F7-CA13-430D-07CDE7EAB6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323" y="1180800"/>
            <a:ext cx="3723569" cy="2691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3497743E-A179-D505-AC3E-64CBE33142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8708" y="1274400"/>
            <a:ext cx="4730204" cy="23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2845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rcRect b="14750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>
            <a:spLocks noGrp="1"/>
          </p:cNvSpPr>
          <p:nvPr>
            <p:ph type="subTitle" idx="1"/>
          </p:nvPr>
        </p:nvSpPr>
        <p:spPr>
          <a:xfrm>
            <a:off x="514900" y="2063368"/>
            <a:ext cx="8520600" cy="10167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4000" b="1" dirty="0">
                <a:solidFill>
                  <a:srgbClr val="0066E8"/>
                </a:solidFill>
                <a:latin typeface="Agency FB" panose="020B0503020202020204" pitchFamily="34" charset="0"/>
              </a:rPr>
              <a:t>¡Gracias!</a:t>
            </a:r>
          </a:p>
        </p:txBody>
      </p:sp>
      <p:sp>
        <p:nvSpPr>
          <p:cNvPr id="58" name="Google Shape;58;p13"/>
          <p:cNvSpPr txBox="1"/>
          <p:nvPr/>
        </p:nvSpPr>
        <p:spPr>
          <a:xfrm>
            <a:off x="2176200" y="2849314"/>
            <a:ext cx="51980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800" dirty="0" err="1">
                <a:solidFill>
                  <a:srgbClr val="000A25"/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  <a:latin typeface="+mj-lt"/>
              </a:rPr>
              <a:t>Phyton</a:t>
            </a:r>
            <a:r>
              <a:rPr lang="es-ES" sz="1800" dirty="0">
                <a:solidFill>
                  <a:srgbClr val="000A25"/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  <a:latin typeface="+mj-lt"/>
              </a:rPr>
              <a:t> </a:t>
            </a:r>
            <a:r>
              <a:rPr lang="es-ES" sz="1800" dirty="0" err="1">
                <a:solidFill>
                  <a:srgbClr val="000A25"/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  <a:latin typeface="+mj-lt"/>
              </a:rPr>
              <a:t>For</a:t>
            </a:r>
            <a:r>
              <a:rPr lang="es-ES" sz="1800" dirty="0">
                <a:solidFill>
                  <a:srgbClr val="000A25"/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  <a:latin typeface="+mj-lt"/>
              </a:rPr>
              <a:t> Data </a:t>
            </a:r>
            <a:r>
              <a:rPr lang="es-ES" sz="1800" dirty="0" err="1">
                <a:solidFill>
                  <a:srgbClr val="000A25"/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  <a:latin typeface="+mj-lt"/>
              </a:rPr>
              <a:t>Analystics</a:t>
            </a:r>
            <a:endParaRPr sz="1800" dirty="0">
              <a:solidFill>
                <a:srgbClr val="000A25"/>
              </a:solidFill>
              <a:effectLst>
                <a:glow rad="228600">
                  <a:schemeClr val="accent6">
                    <a:satMod val="175000"/>
                    <a:alpha val="40000"/>
                  </a:schemeClr>
                </a:glo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7657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257D2E242E40A4690870A0E8013F149" ma:contentTypeVersion="4" ma:contentTypeDescription="Crear nuevo documento." ma:contentTypeScope="" ma:versionID="bec09b6e26de7c746535094353c2e2fe">
  <xsd:schema xmlns:xsd="http://www.w3.org/2001/XMLSchema" xmlns:xs="http://www.w3.org/2001/XMLSchema" xmlns:p="http://schemas.microsoft.com/office/2006/metadata/properties" xmlns:ns2="ce829d06-1d8e-49e8-a1fd-6c2514ad303f" targetNamespace="http://schemas.microsoft.com/office/2006/metadata/properties" ma:root="true" ma:fieldsID="40975df5f4c3b6db8066c3be44564c91" ns2:_="">
    <xsd:import namespace="ce829d06-1d8e-49e8-a1fd-6c2514ad30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829d06-1d8e-49e8-a1fd-6c2514ad30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3E51B45-3F03-4708-95DF-FBE7E358010F}">
  <ds:schemaRefs>
    <ds:schemaRef ds:uri="ce829d06-1d8e-49e8-a1fd-6c2514ad303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1C11831-33BD-4E76-A277-8714E5D2E41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17394B2-ACFD-45C9-95C0-4E675007EC9A}">
  <ds:schemaRefs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ce829d06-1d8e-49e8-a1fd-6c2514ad303f"/>
    <ds:schemaRef ds:uri="http://www.w3.org/XML/1998/namespace"/>
    <ds:schemaRef ds:uri="http://purl.org/dc/dcmitype/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921</TotalTime>
  <Words>104</Words>
  <Application>Microsoft Office PowerPoint</Application>
  <PresentationFormat>Presentación en pantalla (16:9)</PresentationFormat>
  <Paragraphs>23</Paragraphs>
  <Slides>8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Agency FB</vt:lpstr>
      <vt:lpstr>Arial</vt:lpstr>
      <vt:lpstr>Montserrat</vt:lpstr>
      <vt:lpstr>Raleway Black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NOMBRE DEL ESTUDIANTE</dc:title>
  <dc:creator>Carla Del Espiritu Hidalgo Briones</dc:creator>
  <cp:lastModifiedBy>Abraham Anzules</cp:lastModifiedBy>
  <cp:revision>2</cp:revision>
  <dcterms:modified xsi:type="dcterms:W3CDTF">2025-11-15T05:28:49Z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0x010100A257D2E242E40A4690870A0E8013F149</vt:lpwstr>
  </property>
  <property fmtid="{D5CDD505-2E9C-101B-9397-08002B2CF9AE}" pid="3" name="Order">
    <vt:r8>1560200</vt:r8>
  </property>
  <property fmtid="{D5CDD505-2E9C-101B-9397-08002B2CF9AE}" pid="4" name="TriggerFlowInfo">
    <vt:lpwstr/>
  </property>
  <property fmtid="{D5CDD505-2E9C-101B-9397-08002B2CF9AE}" pid="5" name="ComplianceAssetId">
    <vt:lpwstr/>
  </property>
  <property fmtid="{D5CDD505-2E9C-101B-9397-08002B2CF9AE}" pid="6" name="_ExtendedDescription">
    <vt:lpwstr/>
  </property>
  <property fmtid="{D5CDD505-2E9C-101B-9397-08002B2CF9AE}" pid="7" name="MediaServiceImageTags">
    <vt:lpwstr/>
  </property>
</Properties>
</file>